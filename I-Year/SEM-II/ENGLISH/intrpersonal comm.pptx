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interpersonal-communication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interpersonal-communication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interpersonal-communication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interpersonal-communication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interpersonal-communication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interpersonal-communication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interpersonal-communication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interpersonal-communication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interpersonal-communication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interpersonal-communication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interpersonal-communication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interpersonal-communication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interpersonal-communication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interpersonal-communication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interpersonal-communication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interpersonal-communication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interpersonal-communication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interpersonal-communication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interpersonal-communication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interpersonal-communication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interpersonal-communication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interpersonal-communication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interpersonal-communication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interpersonal-communication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interpersonal-communication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interpersonal-communication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interpersonal-communication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interpersonal-communication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interpersonal-communication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interpersonal-communication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interpersonal-communication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interpersonal-communication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interpersonal-communication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-interpersonal-communication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-interpersonal-communication-3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-interpersonal-communication-3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-interpersonal-communication-3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-interpersonal-communication-3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