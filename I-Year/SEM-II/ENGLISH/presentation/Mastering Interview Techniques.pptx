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8" r:id="rId10"/>
    <p:sldMasterId id="2147483670" r:id="rId11"/>
    <p:sldMasterId id="2147483672"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0" r:id="rId21"/>
  </p:sldMasterIdLst>
  <p:sldIdLst>
    <p:sldId id="266" r:id="rId22"/>
    <p:sldId id="256" r:id="rId23"/>
    <p:sldId id="257" r:id="rId24"/>
    <p:sldId id="258" r:id="rId25"/>
    <p:sldId id="259" r:id="rId26"/>
    <p:sldId id="273" r:id="rId27"/>
    <p:sldId id="267" r:id="rId28"/>
    <p:sldId id="260" r:id="rId29"/>
    <p:sldId id="272" r:id="rId30"/>
    <p:sldId id="268" r:id="rId31"/>
    <p:sldId id="261" r:id="rId32"/>
    <p:sldId id="262" r:id="rId33"/>
    <p:sldId id="263" r:id="rId34"/>
    <p:sldId id="271" r:id="rId35"/>
    <p:sldId id="269" r:id="rId36"/>
    <p:sldId id="265" r:id="rId37"/>
    <p:sldId id="270" r:id="rId38"/>
    <p:sldId id="264" r:id="rId3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21.xml"/><Relationship Id="rId34" Type="http://schemas.openxmlformats.org/officeDocument/2006/relationships/slide" Target="slides/slide13.xml"/><Relationship Id="rId42"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9" name="PlaceHolder 1"/>
          <p:cNvSpPr>
            <a:spLocks noGrp="1"/>
          </p:cNvSpPr>
          <p:nvPr>
            <p:ph type="title"/>
          </p:nvPr>
        </p:nvSpPr>
        <p:spPr>
          <a:xfrm>
            <a:off x="2347920" y="70992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0"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6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05" name="PlaceHolder 1"/>
          <p:cNvSpPr>
            <a:spLocks noGrp="1"/>
          </p:cNvSpPr>
          <p:nvPr>
            <p:ph type="title"/>
          </p:nvPr>
        </p:nvSpPr>
        <p:spPr>
          <a:xfrm>
            <a:off x="2347920" y="70992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0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14" name="PlaceHolder 1"/>
          <p:cNvSpPr>
            <a:spLocks noGrp="1"/>
          </p:cNvSpPr>
          <p:nvPr>
            <p:ph type="title"/>
          </p:nvPr>
        </p:nvSpPr>
        <p:spPr>
          <a:xfrm>
            <a:off x="2347920" y="70992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15"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116"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2347920" y="70992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9" name="Google Shape;9;p2"/>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PlaceHolder 1"/>
          <p:cNvSpPr>
            <a:spLocks noGrp="1"/>
          </p:cNvSpPr>
          <p:nvPr>
            <p:ph type="title"/>
          </p:nvPr>
        </p:nvSpPr>
        <p:spPr>
          <a:xfrm>
            <a:off x="1503000" y="1186920"/>
            <a:ext cx="6137640" cy="2130480"/>
          </a:xfrm>
          <a:prstGeom prst="rect">
            <a:avLst/>
          </a:prstGeom>
          <a:noFill/>
          <a:ln w="0">
            <a:noFill/>
          </a:ln>
        </p:spPr>
        <p:txBody>
          <a:bodyPr lIns="91440" tIns="91440" rIns="91440" bIns="91440" anchor="b">
            <a:noAutofit/>
          </a:bodyPr>
          <a:lstStyle/>
          <a:p>
            <a:pPr indent="0">
              <a:buNone/>
            </a:pPr>
            <a:r>
              <a:rPr lang="fr-FR" sz="4800" b="0" strike="noStrike" spc="-1">
                <a:solidFill>
                  <a:schemeClr val="dk1"/>
                </a:solidFill>
                <a:latin typeface="Arial"/>
              </a:rPr>
              <a:t>Click to edit the title text format</a:t>
            </a:r>
          </a:p>
        </p:txBody>
      </p:sp>
      <p:sp>
        <p:nvSpPr>
          <p:cNvPr id="2" name="Google Shape;12;p2"/>
          <p:cNvSpPr/>
          <p:nvPr/>
        </p:nvSpPr>
        <p:spPr>
          <a:xfrm rot="18900000">
            <a:off x="66240" y="728640"/>
            <a:ext cx="1292760" cy="1292760"/>
          </a:xfrm>
          <a:prstGeom prst="blockArc">
            <a:avLst>
              <a:gd name="adj1" fmla="val 10800000"/>
              <a:gd name="adj2" fmla="val 21561599"/>
              <a:gd name="adj3" fmla="val 3096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 name="Google Shape;13;p2"/>
          <p:cNvSpPr/>
          <p:nvPr/>
        </p:nvSpPr>
        <p:spPr>
          <a:xfrm>
            <a:off x="1285560" y="460800"/>
            <a:ext cx="475560" cy="475560"/>
          </a:xfrm>
          <a:prstGeom prst="ellipse">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 name="Google Shape;14;p2"/>
          <p:cNvSpPr/>
          <p:nvPr/>
        </p:nvSpPr>
        <p:spPr>
          <a:xfrm>
            <a:off x="7217280" y="334440"/>
            <a:ext cx="1814400" cy="409680"/>
          </a:xfrm>
          <a:prstGeom prst="rect">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15;p2"/>
          <p:cNvSpPr/>
          <p:nvPr/>
        </p:nvSpPr>
        <p:spPr>
          <a:xfrm rot="16200000">
            <a:off x="7568280" y="4141800"/>
            <a:ext cx="799200" cy="924120"/>
          </a:xfrm>
          <a:prstGeom prst="round2SameRect">
            <a:avLst>
              <a:gd name="adj1" fmla="val 50000"/>
              <a:gd name="adj2" fmla="val 0"/>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16;p2"/>
          <p:cNvSpPr/>
          <p:nvPr/>
        </p:nvSpPr>
        <p:spPr>
          <a:xfrm>
            <a:off x="8240400" y="3481560"/>
            <a:ext cx="380520" cy="381240"/>
          </a:xfrm>
          <a:prstGeom prst="roundRect">
            <a:avLst>
              <a:gd name="adj" fmla="val 16667"/>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17;p2"/>
          <p:cNvSpPr/>
          <p:nvPr/>
        </p:nvSpPr>
        <p:spPr>
          <a:xfrm>
            <a:off x="655920" y="4302360"/>
            <a:ext cx="1105200" cy="743760"/>
          </a:xfrm>
          <a:prstGeom prst="round1Rect">
            <a:avLst>
              <a:gd name="adj" fmla="val 16667"/>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1" name="Google Shape;83;p11"/>
          <p:cNvSpPr/>
          <p:nvPr/>
        </p:nvSpPr>
        <p:spPr>
          <a:xfrm>
            <a:off x="328320" y="26856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PlaceHolder 1"/>
          <p:cNvSpPr>
            <a:spLocks noGrp="1"/>
          </p:cNvSpPr>
          <p:nvPr>
            <p:ph type="title"/>
          </p:nvPr>
        </p:nvSpPr>
        <p:spPr>
          <a:xfrm>
            <a:off x="2664000" y="1622520"/>
            <a:ext cx="3816000" cy="1302120"/>
          </a:xfrm>
          <a:prstGeom prst="rect">
            <a:avLst/>
          </a:prstGeom>
          <a:solidFill>
            <a:schemeClr val="accent3"/>
          </a:solidFill>
          <a:ln w="19080">
            <a:solidFill>
              <a:srgbClr val="000000"/>
            </a:solidFill>
            <a:round/>
          </a:ln>
        </p:spPr>
        <p:txBody>
          <a:bodyPr lIns="91440" tIns="91440" rIns="91440" bIns="91440" anchor="ctr">
            <a:noAutofit/>
          </a:bodyPr>
          <a:lstStyle/>
          <a:p>
            <a:pPr indent="0" algn="ctr">
              <a:lnSpc>
                <a:spcPct val="100000"/>
              </a:lnSpc>
              <a:buNone/>
            </a:pPr>
            <a:r>
              <a:rPr lang="fr-FR" sz="6000" b="0" strike="noStrike" spc="-1">
                <a:solidFill>
                  <a:schemeClr val="dk1"/>
                </a:solidFill>
                <a:latin typeface="Dela Gothic One"/>
                <a:ea typeface="Dela Gothic One"/>
              </a:rPr>
              <a:t>xx%</a:t>
            </a:r>
            <a:endParaRPr lang="fr-FR" sz="6000" b="0" strike="noStrike" spc="-1">
              <a:solidFill>
                <a:schemeClr val="dk1"/>
              </a:solidFill>
              <a:latin typeface="Arial"/>
            </a:endParaRPr>
          </a:p>
        </p:txBody>
      </p:sp>
      <p:sp>
        <p:nvSpPr>
          <p:cNvPr id="13" name="Google Shape;86;p11"/>
          <p:cNvSpPr/>
          <p:nvPr/>
        </p:nvSpPr>
        <p:spPr>
          <a:xfrm rot="18900000">
            <a:off x="8364960" y="4426920"/>
            <a:ext cx="792000" cy="792000"/>
          </a:xfrm>
          <a:prstGeom prst="blockArc">
            <a:avLst>
              <a:gd name="adj1" fmla="val 10800000"/>
              <a:gd name="adj2" fmla="val 21561599"/>
              <a:gd name="adj3" fmla="val 30960"/>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87;p11"/>
          <p:cNvSpPr/>
          <p:nvPr/>
        </p:nvSpPr>
        <p:spPr>
          <a:xfrm>
            <a:off x="663480" y="126360"/>
            <a:ext cx="299520" cy="299520"/>
          </a:xfrm>
          <a:prstGeom prst="ellipse">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88;p11"/>
          <p:cNvSpPr/>
          <p:nvPr/>
        </p:nvSpPr>
        <p:spPr>
          <a:xfrm>
            <a:off x="7217280" y="334440"/>
            <a:ext cx="1814400" cy="409680"/>
          </a:xfrm>
          <a:prstGeom prst="rect">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89;p11"/>
          <p:cNvSpPr/>
          <p:nvPr/>
        </p:nvSpPr>
        <p:spPr>
          <a:xfrm rot="16200000">
            <a:off x="8572680" y="3771000"/>
            <a:ext cx="425520" cy="492120"/>
          </a:xfrm>
          <a:prstGeom prst="round2SameRect">
            <a:avLst>
              <a:gd name="adj1" fmla="val 50000"/>
              <a:gd name="adj2" fmla="val 0"/>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90;p11"/>
          <p:cNvSpPr/>
          <p:nvPr/>
        </p:nvSpPr>
        <p:spPr>
          <a:xfrm>
            <a:off x="188280" y="4523040"/>
            <a:ext cx="380520" cy="381240"/>
          </a:xfrm>
          <a:prstGeom prst="roundRect">
            <a:avLst>
              <a:gd name="adj" fmla="val 16667"/>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91;p11"/>
          <p:cNvSpPr/>
          <p:nvPr/>
        </p:nvSpPr>
        <p:spPr>
          <a:xfrm rot="5401200">
            <a:off x="25200" y="717480"/>
            <a:ext cx="706680" cy="475560"/>
          </a:xfrm>
          <a:prstGeom prst="round1Rect">
            <a:avLst>
              <a:gd name="adj" fmla="val 16667"/>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9" name="Google Shape;94;p13"/>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21" name="PlaceHolder 2"/>
          <p:cNvSpPr>
            <a:spLocks noGrp="1"/>
          </p:cNvSpPr>
          <p:nvPr>
            <p:ph type="title"/>
          </p:nvPr>
        </p:nvSpPr>
        <p:spPr>
          <a:xfrm>
            <a:off x="825480" y="2449800"/>
            <a:ext cx="2175120" cy="527400"/>
          </a:xfrm>
          <a:prstGeom prst="rect">
            <a:avLst/>
          </a:prstGeom>
          <a:noFill/>
          <a:ln w="0">
            <a:noFill/>
          </a:ln>
        </p:spPr>
        <p:txBody>
          <a:bodyPr lIns="91440" tIns="91440" rIns="91440" bIns="91440" anchor="b">
            <a:noAutofit/>
          </a:bodyPr>
          <a:lstStyle/>
          <a:p>
            <a:pPr indent="0">
              <a:buNone/>
            </a:pPr>
            <a:r>
              <a:rPr lang="fr-FR" sz="2400" b="0" strike="noStrike" spc="-1">
                <a:solidFill>
                  <a:schemeClr val="dk1"/>
                </a:solidFill>
                <a:latin typeface="Arial"/>
              </a:rPr>
              <a:t>Click to edit the title text format</a:t>
            </a:r>
          </a:p>
        </p:txBody>
      </p:sp>
      <p:sp>
        <p:nvSpPr>
          <p:cNvPr id="22" name="PlaceHolder 3"/>
          <p:cNvSpPr>
            <a:spLocks noGrp="1"/>
          </p:cNvSpPr>
          <p:nvPr>
            <p:ph type="title"/>
          </p:nvPr>
        </p:nvSpPr>
        <p:spPr>
          <a:xfrm>
            <a:off x="3484440" y="2449800"/>
            <a:ext cx="2175120" cy="527400"/>
          </a:xfrm>
          <a:prstGeom prst="rect">
            <a:avLst/>
          </a:prstGeom>
          <a:noFill/>
          <a:ln w="0">
            <a:noFill/>
          </a:ln>
        </p:spPr>
        <p:txBody>
          <a:bodyPr lIns="91440" tIns="91440" rIns="91440" bIns="91440" anchor="b">
            <a:noAutofit/>
          </a:bodyPr>
          <a:lstStyle/>
          <a:p>
            <a:pPr indent="0">
              <a:buNone/>
            </a:pPr>
            <a:r>
              <a:rPr lang="fr-FR" sz="2400" b="0" strike="noStrike" spc="-1">
                <a:solidFill>
                  <a:schemeClr val="dk1"/>
                </a:solidFill>
                <a:latin typeface="Arial"/>
              </a:rPr>
              <a:t>Click to edit the title text format</a:t>
            </a:r>
          </a:p>
        </p:txBody>
      </p:sp>
      <p:sp>
        <p:nvSpPr>
          <p:cNvPr id="23" name="PlaceHolder 4"/>
          <p:cNvSpPr>
            <a:spLocks noGrp="1"/>
          </p:cNvSpPr>
          <p:nvPr>
            <p:ph type="title"/>
          </p:nvPr>
        </p:nvSpPr>
        <p:spPr>
          <a:xfrm>
            <a:off x="6143400" y="2449800"/>
            <a:ext cx="2175120" cy="527400"/>
          </a:xfrm>
          <a:prstGeom prst="rect">
            <a:avLst/>
          </a:prstGeom>
          <a:noFill/>
          <a:ln w="0">
            <a:noFill/>
          </a:ln>
        </p:spPr>
        <p:txBody>
          <a:bodyPr lIns="91440" tIns="91440" rIns="91440" bIns="91440" anchor="b">
            <a:noAutofit/>
          </a:bodyPr>
          <a:lstStyle/>
          <a:p>
            <a:pPr indent="0">
              <a:buNone/>
            </a:pPr>
            <a:r>
              <a:rPr lang="fr-FR" sz="2400" b="0" strike="noStrike" spc="-1">
                <a:solidFill>
                  <a:schemeClr val="dk1"/>
                </a:solidFill>
                <a:latin typeface="Arial"/>
              </a:rPr>
              <a:t>Click to edit the title text format</a:t>
            </a:r>
          </a:p>
        </p:txBody>
      </p:sp>
      <p:sp>
        <p:nvSpPr>
          <p:cNvPr id="24" name="PlaceHolder 5"/>
          <p:cNvSpPr>
            <a:spLocks noGrp="1"/>
          </p:cNvSpPr>
          <p:nvPr>
            <p:ph type="title"/>
          </p:nvPr>
        </p:nvSpPr>
        <p:spPr>
          <a:xfrm>
            <a:off x="825480" y="1816200"/>
            <a:ext cx="946800" cy="572400"/>
          </a:xfrm>
          <a:prstGeom prst="rect">
            <a:avLst/>
          </a:prstGeom>
          <a:solidFill>
            <a:schemeClr val="accent3"/>
          </a:solidFill>
          <a:ln w="19080">
            <a:solidFill>
              <a:srgbClr val="000000"/>
            </a:solidFill>
            <a:miter/>
          </a:ln>
        </p:spPr>
        <p:txBody>
          <a:bodyPr lIns="91440" tIns="91440" rIns="91440" bIns="91440" anchor="ctr">
            <a:noAutofit/>
          </a:bodyPr>
          <a:lstStyle/>
          <a:p>
            <a:pPr indent="0">
              <a:lnSpc>
                <a:spcPct val="100000"/>
              </a:lnSpc>
              <a:buNone/>
            </a:pPr>
            <a:r>
              <a:rPr lang="fr-FR" sz="2500" b="0" strike="noStrike" spc="-1">
                <a:solidFill>
                  <a:schemeClr val="dk1"/>
                </a:solidFill>
                <a:latin typeface="Dela Gothic One"/>
                <a:ea typeface="Dela Gothic One"/>
              </a:rPr>
              <a:t>xx%</a:t>
            </a:r>
            <a:endParaRPr lang="fr-FR" sz="2500" b="0" strike="noStrike" spc="-1">
              <a:solidFill>
                <a:schemeClr val="dk1"/>
              </a:solidFill>
              <a:latin typeface="Arial"/>
            </a:endParaRPr>
          </a:p>
        </p:txBody>
      </p:sp>
      <p:sp>
        <p:nvSpPr>
          <p:cNvPr id="25" name="PlaceHolder 6"/>
          <p:cNvSpPr>
            <a:spLocks noGrp="1"/>
          </p:cNvSpPr>
          <p:nvPr>
            <p:ph type="title"/>
          </p:nvPr>
        </p:nvSpPr>
        <p:spPr>
          <a:xfrm>
            <a:off x="3484440" y="1816200"/>
            <a:ext cx="946800" cy="572400"/>
          </a:xfrm>
          <a:prstGeom prst="rect">
            <a:avLst/>
          </a:prstGeom>
          <a:solidFill>
            <a:schemeClr val="accent3"/>
          </a:solidFill>
          <a:ln w="19080">
            <a:solidFill>
              <a:srgbClr val="000000"/>
            </a:solidFill>
            <a:miter/>
          </a:ln>
        </p:spPr>
        <p:txBody>
          <a:bodyPr lIns="91440" tIns="91440" rIns="91440" bIns="91440" anchor="ctr">
            <a:noAutofit/>
          </a:bodyPr>
          <a:lstStyle/>
          <a:p>
            <a:pPr indent="0">
              <a:lnSpc>
                <a:spcPct val="100000"/>
              </a:lnSpc>
              <a:buNone/>
            </a:pPr>
            <a:r>
              <a:rPr lang="fr-FR" sz="2500" b="0" strike="noStrike" spc="-1">
                <a:solidFill>
                  <a:schemeClr val="dk1"/>
                </a:solidFill>
                <a:latin typeface="Dela Gothic One"/>
                <a:ea typeface="Dela Gothic One"/>
              </a:rPr>
              <a:t>xx%</a:t>
            </a:r>
            <a:endParaRPr lang="fr-FR" sz="2500" b="0" strike="noStrike" spc="-1">
              <a:solidFill>
                <a:schemeClr val="dk1"/>
              </a:solidFill>
              <a:latin typeface="Arial"/>
            </a:endParaRPr>
          </a:p>
        </p:txBody>
      </p:sp>
      <p:sp>
        <p:nvSpPr>
          <p:cNvPr id="26" name="PlaceHolder 7"/>
          <p:cNvSpPr>
            <a:spLocks noGrp="1"/>
          </p:cNvSpPr>
          <p:nvPr>
            <p:ph type="title"/>
          </p:nvPr>
        </p:nvSpPr>
        <p:spPr>
          <a:xfrm>
            <a:off x="6143400" y="1816200"/>
            <a:ext cx="946800" cy="572400"/>
          </a:xfrm>
          <a:prstGeom prst="rect">
            <a:avLst/>
          </a:prstGeom>
          <a:solidFill>
            <a:schemeClr val="accent3"/>
          </a:solidFill>
          <a:ln w="19080">
            <a:solidFill>
              <a:srgbClr val="000000"/>
            </a:solidFill>
            <a:miter/>
          </a:ln>
        </p:spPr>
        <p:txBody>
          <a:bodyPr lIns="91440" tIns="91440" rIns="91440" bIns="91440" anchor="ctr">
            <a:noAutofit/>
          </a:bodyPr>
          <a:lstStyle/>
          <a:p>
            <a:pPr indent="0">
              <a:lnSpc>
                <a:spcPct val="100000"/>
              </a:lnSpc>
              <a:buNone/>
            </a:pPr>
            <a:r>
              <a:rPr lang="fr-FR" sz="2500" b="0" strike="noStrike" spc="-1">
                <a:solidFill>
                  <a:schemeClr val="dk1"/>
                </a:solidFill>
                <a:latin typeface="Dela Gothic One"/>
                <a:ea typeface="Dela Gothic One"/>
              </a:rPr>
              <a:t>xx%</a:t>
            </a:r>
            <a:endParaRPr lang="fr-FR" sz="2500" b="0" strike="noStrike" spc="-1">
              <a:solidFill>
                <a:schemeClr val="dk1"/>
              </a:solidFill>
              <a:latin typeface="Arial"/>
            </a:endParaRPr>
          </a:p>
        </p:txBody>
      </p:sp>
      <p:sp>
        <p:nvSpPr>
          <p:cNvPr id="27" name="Google Shape;105;p13"/>
          <p:cNvSpPr/>
          <p:nvPr/>
        </p:nvSpPr>
        <p:spPr>
          <a:xfrm rot="9014400">
            <a:off x="371160" y="4167720"/>
            <a:ext cx="684000" cy="684000"/>
          </a:xfrm>
          <a:prstGeom prst="blockArc">
            <a:avLst>
              <a:gd name="adj1" fmla="val 10800000"/>
              <a:gd name="adj2" fmla="val 21561599"/>
              <a:gd name="adj3" fmla="val 3096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 name="Google Shape;106;p13"/>
          <p:cNvSpPr/>
          <p:nvPr/>
        </p:nvSpPr>
        <p:spPr>
          <a:xfrm>
            <a:off x="8554680" y="493560"/>
            <a:ext cx="475560" cy="475560"/>
          </a:xfrm>
          <a:prstGeom prst="ellipse">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 name="Google Shape;107;p13"/>
          <p:cNvSpPr/>
          <p:nvPr/>
        </p:nvSpPr>
        <p:spPr>
          <a:xfrm rot="10800000">
            <a:off x="7878240" y="4500000"/>
            <a:ext cx="1105200" cy="430920"/>
          </a:xfrm>
          <a:prstGeom prst="round1Rect">
            <a:avLst>
              <a:gd name="adj" fmla="val 16667"/>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30" name="Google Shape;109;p14"/>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32" name="Google Shape;111;p14"/>
          <p:cNvSpPr/>
          <p:nvPr/>
        </p:nvSpPr>
        <p:spPr>
          <a:xfrm rot="7880400">
            <a:off x="8304840" y="2980440"/>
            <a:ext cx="878040" cy="878040"/>
          </a:xfrm>
          <a:prstGeom prst="blockArc">
            <a:avLst>
              <a:gd name="adj1" fmla="val 10800000"/>
              <a:gd name="adj2" fmla="val 21561599"/>
              <a:gd name="adj3" fmla="val 3096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112;p14"/>
          <p:cNvSpPr/>
          <p:nvPr/>
        </p:nvSpPr>
        <p:spPr>
          <a:xfrm>
            <a:off x="0" y="4326840"/>
            <a:ext cx="475560" cy="475560"/>
          </a:xfrm>
          <a:prstGeom prst="ellipse">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113;p14"/>
          <p:cNvSpPr/>
          <p:nvPr/>
        </p:nvSpPr>
        <p:spPr>
          <a:xfrm>
            <a:off x="8494200" y="4039560"/>
            <a:ext cx="869040" cy="1210320"/>
          </a:xfrm>
          <a:prstGeom prst="rect">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 name="Google Shape;114;p14"/>
          <p:cNvSpPr/>
          <p:nvPr/>
        </p:nvSpPr>
        <p:spPr>
          <a:xfrm rot="10800000">
            <a:off x="90720" y="103320"/>
            <a:ext cx="499320" cy="577800"/>
          </a:xfrm>
          <a:prstGeom prst="round2SameRect">
            <a:avLst>
              <a:gd name="adj1" fmla="val 50000"/>
              <a:gd name="adj2" fmla="val 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115;p14"/>
          <p:cNvSpPr/>
          <p:nvPr/>
        </p:nvSpPr>
        <p:spPr>
          <a:xfrm>
            <a:off x="8553960" y="103320"/>
            <a:ext cx="380520" cy="381240"/>
          </a:xfrm>
          <a:prstGeom prst="roundRect">
            <a:avLst>
              <a:gd name="adj" fmla="val 16667"/>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116;p14"/>
          <p:cNvSpPr/>
          <p:nvPr/>
        </p:nvSpPr>
        <p:spPr>
          <a:xfrm rot="10800000">
            <a:off x="-717480" y="865080"/>
            <a:ext cx="1105200" cy="251280"/>
          </a:xfrm>
          <a:prstGeom prst="round1Rect">
            <a:avLst>
              <a:gd name="adj" fmla="val 16667"/>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38" name="Google Shape;118;p15"/>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 name="PlaceHolder 1"/>
          <p:cNvSpPr>
            <a:spLocks noGrp="1"/>
          </p:cNvSpPr>
          <p:nvPr>
            <p:ph type="body"/>
          </p:nvPr>
        </p:nvSpPr>
        <p:spPr>
          <a:xfrm>
            <a:off x="5280120" y="1343520"/>
            <a:ext cx="3147120" cy="3061800"/>
          </a:xfrm>
          <a:prstGeom prst="rect">
            <a:avLst/>
          </a:prstGeom>
          <a:noFill/>
          <a:ln w="19080">
            <a:solidFill>
              <a:srgbClr val="000000"/>
            </a:solidFill>
            <a:miter/>
          </a:ln>
        </p:spPr>
        <p:txBody>
          <a:bodyPr lIns="90000" tIns="45000" rIns="90000" bIns="45000" anchor="t">
            <a:normAutofit fontScale="50000" lnSpcReduction="2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40" name="PlaceHolder 2"/>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41" name="Google Shape;122;p15"/>
          <p:cNvSpPr/>
          <p:nvPr/>
        </p:nvSpPr>
        <p:spPr>
          <a:xfrm>
            <a:off x="128880" y="4172040"/>
            <a:ext cx="667800" cy="667800"/>
          </a:xfrm>
          <a:prstGeom prst="chord">
            <a:avLst>
              <a:gd name="adj1" fmla="val 2700000"/>
              <a:gd name="adj2" fmla="val 1620000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 name="Google Shape;123;p15"/>
          <p:cNvSpPr/>
          <p:nvPr/>
        </p:nvSpPr>
        <p:spPr>
          <a:xfrm>
            <a:off x="881640" y="4637160"/>
            <a:ext cx="380520" cy="381240"/>
          </a:xfrm>
          <a:prstGeom prst="roundRect">
            <a:avLst>
              <a:gd name="adj" fmla="val 16667"/>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124;p15"/>
          <p:cNvSpPr/>
          <p:nvPr/>
        </p:nvSpPr>
        <p:spPr>
          <a:xfrm rot="10800000">
            <a:off x="8522640" y="-51120"/>
            <a:ext cx="485640" cy="931680"/>
          </a:xfrm>
          <a:prstGeom prst="round2SameRect">
            <a:avLst>
              <a:gd name="adj1" fmla="val 50000"/>
              <a:gd name="adj2" fmla="val 0"/>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44" name="Google Shape;126;p16"/>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46" name="Google Shape;129;p16"/>
          <p:cNvSpPr/>
          <p:nvPr/>
        </p:nvSpPr>
        <p:spPr>
          <a:xfrm rot="10800000">
            <a:off x="6990840" y="34200"/>
            <a:ext cx="1394280" cy="1394280"/>
          </a:xfrm>
          <a:prstGeom prst="pie">
            <a:avLst>
              <a:gd name="adj1" fmla="val 5410380"/>
              <a:gd name="adj2" fmla="val 1620000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130;p16"/>
          <p:cNvSpPr/>
          <p:nvPr/>
        </p:nvSpPr>
        <p:spPr>
          <a:xfrm flipH="1">
            <a:off x="135000" y="199440"/>
            <a:ext cx="339840" cy="339840"/>
          </a:xfrm>
          <a:prstGeom prst="ellipse">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 name="Google Shape;131;p16"/>
          <p:cNvSpPr/>
          <p:nvPr/>
        </p:nvSpPr>
        <p:spPr>
          <a:xfrm rot="5400000">
            <a:off x="7766640" y="4220640"/>
            <a:ext cx="1814400" cy="409680"/>
          </a:xfrm>
          <a:prstGeom prst="rect">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 name="Google Shape;132;p16"/>
          <p:cNvSpPr/>
          <p:nvPr/>
        </p:nvSpPr>
        <p:spPr>
          <a:xfrm rot="5400000">
            <a:off x="194760" y="4110120"/>
            <a:ext cx="492120" cy="1342800"/>
          </a:xfrm>
          <a:prstGeom prst="round2SameRect">
            <a:avLst>
              <a:gd name="adj1" fmla="val 50000"/>
              <a:gd name="adj2" fmla="val 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 name="Google Shape;133;p16"/>
          <p:cNvSpPr/>
          <p:nvPr/>
        </p:nvSpPr>
        <p:spPr>
          <a:xfrm flipH="1">
            <a:off x="7541280" y="4229640"/>
            <a:ext cx="748440" cy="748440"/>
          </a:xfrm>
          <a:prstGeom prst="teardrop">
            <a:avLst>
              <a:gd name="adj" fmla="val 100000"/>
            </a:avLst>
          </a:prstGeom>
          <a:solidFill>
            <a:schemeClr val="accent5"/>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51" name="Google Shape;135;p17"/>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 name="PlaceHolder 1"/>
          <p:cNvSpPr>
            <a:spLocks noGrp="1"/>
          </p:cNvSpPr>
          <p:nvPr>
            <p:ph type="title"/>
          </p:nvPr>
        </p:nvSpPr>
        <p:spPr>
          <a:xfrm>
            <a:off x="1549800" y="3503880"/>
            <a:ext cx="6693120" cy="513360"/>
          </a:xfrm>
          <a:prstGeom prst="rect">
            <a:avLst/>
          </a:prstGeom>
          <a:solidFill>
            <a:schemeClr val="accent3"/>
          </a:solidFill>
          <a:ln w="19080">
            <a:solidFill>
              <a:srgbClr val="000000"/>
            </a:solidFill>
            <a:round/>
          </a:ln>
        </p:spPr>
        <p:txBody>
          <a:bodyPr lIns="91440" tIns="91440" rIns="91440" bIns="91440" anchor="ctr">
            <a:noAutofit/>
          </a:bodyPr>
          <a:lstStyle/>
          <a:p>
            <a:pPr indent="0">
              <a:buNone/>
            </a:pPr>
            <a:r>
              <a:rPr lang="fr-FR" sz="2400" b="0" strike="noStrike" spc="-1">
                <a:solidFill>
                  <a:schemeClr val="dk1"/>
                </a:solidFill>
                <a:latin typeface="Arial"/>
              </a:rPr>
              <a:t>Click to edit the title text format</a:t>
            </a:r>
          </a:p>
        </p:txBody>
      </p:sp>
      <p:sp>
        <p:nvSpPr>
          <p:cNvPr id="53" name="Google Shape;138;p17"/>
          <p:cNvSpPr/>
          <p:nvPr/>
        </p:nvSpPr>
        <p:spPr>
          <a:xfrm rot="7881000">
            <a:off x="-184320" y="3444840"/>
            <a:ext cx="1292760" cy="1292760"/>
          </a:xfrm>
          <a:prstGeom prst="blockArc">
            <a:avLst>
              <a:gd name="adj1" fmla="val 10800000"/>
              <a:gd name="adj2" fmla="val 21561599"/>
              <a:gd name="adj3" fmla="val 3096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139;p17"/>
          <p:cNvSpPr/>
          <p:nvPr/>
        </p:nvSpPr>
        <p:spPr>
          <a:xfrm>
            <a:off x="2040120" y="63720"/>
            <a:ext cx="475560" cy="475560"/>
          </a:xfrm>
          <a:prstGeom prst="ellipse">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 name="Google Shape;140;p17"/>
          <p:cNvSpPr/>
          <p:nvPr/>
        </p:nvSpPr>
        <p:spPr>
          <a:xfrm>
            <a:off x="54000" y="390240"/>
            <a:ext cx="1814400" cy="1049040"/>
          </a:xfrm>
          <a:prstGeom prst="rect">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141;p17"/>
          <p:cNvSpPr/>
          <p:nvPr/>
        </p:nvSpPr>
        <p:spPr>
          <a:xfrm rot="16200000">
            <a:off x="8120520" y="808560"/>
            <a:ext cx="799200" cy="924120"/>
          </a:xfrm>
          <a:prstGeom prst="round2SameRect">
            <a:avLst>
              <a:gd name="adj1" fmla="val 50000"/>
              <a:gd name="adj2" fmla="val 0"/>
            </a:avLst>
          </a:prstGeom>
          <a:solidFill>
            <a:schemeClr val="accent5"/>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142;p17"/>
          <p:cNvSpPr/>
          <p:nvPr/>
        </p:nvSpPr>
        <p:spPr>
          <a:xfrm>
            <a:off x="1119240" y="4697640"/>
            <a:ext cx="380520" cy="381240"/>
          </a:xfrm>
          <a:prstGeom prst="roundRect">
            <a:avLst>
              <a:gd name="adj" fmla="val 16667"/>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143;p17"/>
          <p:cNvSpPr/>
          <p:nvPr/>
        </p:nvSpPr>
        <p:spPr>
          <a:xfrm rot="10800000">
            <a:off x="7389000" y="489240"/>
            <a:ext cx="1105200" cy="251280"/>
          </a:xfrm>
          <a:prstGeom prst="round1Rect">
            <a:avLst>
              <a:gd name="adj" fmla="val 16667"/>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59" name="Google Shape;145;p18"/>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61" name="Google Shape;149;p18"/>
          <p:cNvSpPr/>
          <p:nvPr/>
        </p:nvSpPr>
        <p:spPr>
          <a:xfrm rot="3756600">
            <a:off x="8430120" y="2835000"/>
            <a:ext cx="683640" cy="683640"/>
          </a:xfrm>
          <a:prstGeom prst="blockArc">
            <a:avLst>
              <a:gd name="adj1" fmla="val 10800000"/>
              <a:gd name="adj2" fmla="val 21561599"/>
              <a:gd name="adj3" fmla="val 30960"/>
            </a:avLst>
          </a:prstGeom>
          <a:solidFill>
            <a:schemeClr val="accent5"/>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 name="Google Shape;150;p18"/>
          <p:cNvSpPr/>
          <p:nvPr/>
        </p:nvSpPr>
        <p:spPr>
          <a:xfrm>
            <a:off x="7827840" y="4590720"/>
            <a:ext cx="475560" cy="475560"/>
          </a:xfrm>
          <a:prstGeom prst="ellipse">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 name="Google Shape;151;p18"/>
          <p:cNvSpPr/>
          <p:nvPr/>
        </p:nvSpPr>
        <p:spPr>
          <a:xfrm rot="16200000">
            <a:off x="8123040" y="4087440"/>
            <a:ext cx="1105200" cy="430920"/>
          </a:xfrm>
          <a:prstGeom prst="round1Rect">
            <a:avLst>
              <a:gd name="adj" fmla="val 16667"/>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 name="Google Shape;152;p18"/>
          <p:cNvSpPr/>
          <p:nvPr/>
        </p:nvSpPr>
        <p:spPr>
          <a:xfrm rot="5400000" flipH="1">
            <a:off x="96840" y="671400"/>
            <a:ext cx="505080" cy="505080"/>
          </a:xfrm>
          <a:prstGeom prst="teardrop">
            <a:avLst>
              <a:gd name="adj" fmla="val 10000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 name="Google Shape;153;p18"/>
          <p:cNvSpPr/>
          <p:nvPr/>
        </p:nvSpPr>
        <p:spPr>
          <a:xfrm>
            <a:off x="268560" y="204840"/>
            <a:ext cx="334440" cy="334440"/>
          </a:xfrm>
          <a:prstGeom prst="ellipse">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76" name="Google Shape;166;p20"/>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 name="Google Shape;167;p20"/>
          <p:cNvSpPr/>
          <p:nvPr/>
        </p:nvSpPr>
        <p:spPr>
          <a:xfrm rot="3145800">
            <a:off x="8110440" y="142920"/>
            <a:ext cx="792360" cy="792360"/>
          </a:xfrm>
          <a:prstGeom prst="blockArc">
            <a:avLst>
              <a:gd name="adj1" fmla="val 10800000"/>
              <a:gd name="adj2" fmla="val 21561599"/>
              <a:gd name="adj3" fmla="val 3096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 name="Google Shape;168;p20"/>
          <p:cNvSpPr/>
          <p:nvPr/>
        </p:nvSpPr>
        <p:spPr>
          <a:xfrm>
            <a:off x="982440" y="133200"/>
            <a:ext cx="299520" cy="299520"/>
          </a:xfrm>
          <a:prstGeom prst="ellipse">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 name="Google Shape;169;p20"/>
          <p:cNvSpPr/>
          <p:nvPr/>
        </p:nvSpPr>
        <p:spPr>
          <a:xfrm rot="16200000">
            <a:off x="-84960" y="680040"/>
            <a:ext cx="1195920" cy="801720"/>
          </a:xfrm>
          <a:prstGeom prst="rect">
            <a:avLst/>
          </a:prstGeom>
          <a:solidFill>
            <a:schemeClr val="accent5"/>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 name="Google Shape;170;p20"/>
          <p:cNvSpPr/>
          <p:nvPr/>
        </p:nvSpPr>
        <p:spPr>
          <a:xfrm rot="16200000">
            <a:off x="455040" y="4570560"/>
            <a:ext cx="425520" cy="492120"/>
          </a:xfrm>
          <a:prstGeom prst="round2SameRect">
            <a:avLst>
              <a:gd name="adj1" fmla="val 50000"/>
              <a:gd name="adj2" fmla="val 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 name="Google Shape;171;p20"/>
          <p:cNvSpPr/>
          <p:nvPr/>
        </p:nvSpPr>
        <p:spPr>
          <a:xfrm>
            <a:off x="111960" y="4165200"/>
            <a:ext cx="380520" cy="381240"/>
          </a:xfrm>
          <a:prstGeom prst="roundRect">
            <a:avLst>
              <a:gd name="adj" fmla="val 16667"/>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 name="Google Shape;172;p20"/>
          <p:cNvSpPr/>
          <p:nvPr/>
        </p:nvSpPr>
        <p:spPr>
          <a:xfrm rot="5401200">
            <a:off x="8315280" y="4471920"/>
            <a:ext cx="706680" cy="475560"/>
          </a:xfrm>
          <a:prstGeom prst="round1Rect">
            <a:avLst>
              <a:gd name="adj" fmla="val 16667"/>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83" name="Google Shape;19;p3"/>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 name="PlaceHolder 1"/>
          <p:cNvSpPr>
            <a:spLocks noGrp="1"/>
          </p:cNvSpPr>
          <p:nvPr>
            <p:ph type="title"/>
          </p:nvPr>
        </p:nvSpPr>
        <p:spPr>
          <a:xfrm>
            <a:off x="1574280" y="2172960"/>
            <a:ext cx="5995080" cy="1264320"/>
          </a:xfrm>
          <a:prstGeom prst="rect">
            <a:avLst/>
          </a:prstGeom>
          <a:noFill/>
          <a:ln w="0">
            <a:noFill/>
          </a:ln>
        </p:spPr>
        <p:txBody>
          <a:bodyPr lIns="91440" tIns="91440" rIns="91440" bIns="91440" anchor="ctr">
            <a:noAutofit/>
          </a:bodyPr>
          <a:lstStyle/>
          <a:p>
            <a:pPr indent="0">
              <a:buNone/>
            </a:pPr>
            <a:r>
              <a:rPr lang="fr-FR" sz="4400" b="0" strike="noStrike" spc="-1">
                <a:solidFill>
                  <a:schemeClr val="dk1"/>
                </a:solidFill>
                <a:latin typeface="Arial"/>
              </a:rPr>
              <a:t>Click to edit the title text format</a:t>
            </a:r>
          </a:p>
        </p:txBody>
      </p:sp>
      <p:sp>
        <p:nvSpPr>
          <p:cNvPr id="85" name="PlaceHolder 2"/>
          <p:cNvSpPr>
            <a:spLocks noGrp="1"/>
          </p:cNvSpPr>
          <p:nvPr>
            <p:ph type="title"/>
          </p:nvPr>
        </p:nvSpPr>
        <p:spPr>
          <a:xfrm>
            <a:off x="3731040" y="1220760"/>
            <a:ext cx="1681560" cy="841320"/>
          </a:xfrm>
          <a:prstGeom prst="rect">
            <a:avLst/>
          </a:prstGeom>
          <a:solidFill>
            <a:schemeClr val="accent3"/>
          </a:solidFill>
          <a:ln w="19080">
            <a:solidFill>
              <a:srgbClr val="000000"/>
            </a:solidFill>
            <a:miter/>
          </a:ln>
        </p:spPr>
        <p:txBody>
          <a:bodyPr lIns="91440" tIns="91440" rIns="91440" bIns="91440" anchor="ctr">
            <a:noAutofit/>
          </a:bodyPr>
          <a:lstStyle/>
          <a:p>
            <a:pPr indent="0" algn="ctr">
              <a:lnSpc>
                <a:spcPct val="100000"/>
              </a:lnSpc>
              <a:buNone/>
            </a:pPr>
            <a:r>
              <a:rPr lang="fr-FR" sz="5000" b="0" strike="noStrike" spc="-1">
                <a:solidFill>
                  <a:schemeClr val="dk1"/>
                </a:solidFill>
                <a:latin typeface="Dela Gothic One"/>
                <a:ea typeface="Dela Gothic One"/>
              </a:rPr>
              <a:t>xx%</a:t>
            </a:r>
            <a:endParaRPr lang="fr-FR" sz="5000" b="0" strike="noStrike" spc="-1">
              <a:solidFill>
                <a:schemeClr val="dk1"/>
              </a:solidFill>
              <a:latin typeface="Arial"/>
            </a:endParaRPr>
          </a:p>
        </p:txBody>
      </p:sp>
      <p:sp>
        <p:nvSpPr>
          <p:cNvPr id="86" name="Google Shape;23;p3"/>
          <p:cNvSpPr/>
          <p:nvPr/>
        </p:nvSpPr>
        <p:spPr>
          <a:xfrm rot="5400000">
            <a:off x="526320" y="86400"/>
            <a:ext cx="1394280" cy="1394280"/>
          </a:xfrm>
          <a:prstGeom prst="pie">
            <a:avLst>
              <a:gd name="adj1" fmla="val 5410380"/>
              <a:gd name="adj2" fmla="val 1620000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24;p3"/>
          <p:cNvSpPr/>
          <p:nvPr/>
        </p:nvSpPr>
        <p:spPr>
          <a:xfrm flipH="1">
            <a:off x="8059320" y="3071880"/>
            <a:ext cx="475560" cy="475560"/>
          </a:xfrm>
          <a:prstGeom prst="ellipse">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25;p3"/>
          <p:cNvSpPr/>
          <p:nvPr/>
        </p:nvSpPr>
        <p:spPr>
          <a:xfrm rot="5400000">
            <a:off x="7871760" y="789120"/>
            <a:ext cx="1814400" cy="409680"/>
          </a:xfrm>
          <a:prstGeom prst="rect">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26;p3"/>
          <p:cNvSpPr/>
          <p:nvPr/>
        </p:nvSpPr>
        <p:spPr>
          <a:xfrm rot="10800000">
            <a:off x="140400" y="3437640"/>
            <a:ext cx="799200" cy="1585440"/>
          </a:xfrm>
          <a:prstGeom prst="round2SameRect">
            <a:avLst>
              <a:gd name="adj1" fmla="val 50000"/>
              <a:gd name="adj2" fmla="val 0"/>
            </a:avLst>
          </a:prstGeom>
          <a:solidFill>
            <a:schemeClr val="accent5"/>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 name="Google Shape;27;p3"/>
          <p:cNvSpPr/>
          <p:nvPr/>
        </p:nvSpPr>
        <p:spPr>
          <a:xfrm flipH="1">
            <a:off x="7366680" y="3629520"/>
            <a:ext cx="748440" cy="748440"/>
          </a:xfrm>
          <a:prstGeom prst="teardrop">
            <a:avLst>
              <a:gd name="adj" fmla="val 100000"/>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92" name="Google Shape;174;p21"/>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 name="Google Shape;175;p21"/>
          <p:cNvSpPr/>
          <p:nvPr/>
        </p:nvSpPr>
        <p:spPr>
          <a:xfrm rot="7881000">
            <a:off x="20880" y="-182160"/>
            <a:ext cx="1292760" cy="1292760"/>
          </a:xfrm>
          <a:prstGeom prst="blockArc">
            <a:avLst>
              <a:gd name="adj1" fmla="val 10800000"/>
              <a:gd name="adj2" fmla="val 21561599"/>
              <a:gd name="adj3" fmla="val 3096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 name="Google Shape;176;p21"/>
          <p:cNvSpPr/>
          <p:nvPr/>
        </p:nvSpPr>
        <p:spPr>
          <a:xfrm>
            <a:off x="6843600" y="63720"/>
            <a:ext cx="475560" cy="475560"/>
          </a:xfrm>
          <a:prstGeom prst="ellipse">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 name="Google Shape;177;p21"/>
          <p:cNvSpPr/>
          <p:nvPr/>
        </p:nvSpPr>
        <p:spPr>
          <a:xfrm>
            <a:off x="7523280" y="3954240"/>
            <a:ext cx="1814400" cy="1049040"/>
          </a:xfrm>
          <a:prstGeom prst="rect">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 name="Google Shape;178;p21"/>
          <p:cNvSpPr/>
          <p:nvPr/>
        </p:nvSpPr>
        <p:spPr>
          <a:xfrm rot="16200000">
            <a:off x="8260920" y="3319560"/>
            <a:ext cx="438120" cy="506880"/>
          </a:xfrm>
          <a:prstGeom prst="round2SameRect">
            <a:avLst>
              <a:gd name="adj1" fmla="val 50000"/>
              <a:gd name="adj2" fmla="val 0"/>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 name="Google Shape;179;p21"/>
          <p:cNvSpPr/>
          <p:nvPr/>
        </p:nvSpPr>
        <p:spPr>
          <a:xfrm>
            <a:off x="8522640" y="588240"/>
            <a:ext cx="380520" cy="381240"/>
          </a:xfrm>
          <a:prstGeom prst="roundRect">
            <a:avLst>
              <a:gd name="adj" fmla="val 16667"/>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180;p21"/>
          <p:cNvSpPr/>
          <p:nvPr/>
        </p:nvSpPr>
        <p:spPr>
          <a:xfrm rot="10800000">
            <a:off x="-392040" y="4353480"/>
            <a:ext cx="1105200" cy="251280"/>
          </a:xfrm>
          <a:prstGeom prst="round1Rect">
            <a:avLst>
              <a:gd name="adj" fmla="val 16667"/>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99" name="Google Shape;29;p4"/>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01" name="PlaceHolder 2"/>
          <p:cNvSpPr>
            <a:spLocks noGrp="1"/>
          </p:cNvSpPr>
          <p:nvPr>
            <p:ph type="body"/>
          </p:nvPr>
        </p:nvSpPr>
        <p:spPr>
          <a:xfrm>
            <a:off x="720000" y="1215720"/>
            <a:ext cx="7703640" cy="335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
        <p:nvSpPr>
          <p:cNvPr id="102" name="Google Shape;32;p4"/>
          <p:cNvSpPr/>
          <p:nvPr/>
        </p:nvSpPr>
        <p:spPr>
          <a:xfrm>
            <a:off x="8424000" y="4322520"/>
            <a:ext cx="875520" cy="875520"/>
          </a:xfrm>
          <a:prstGeom prst="chord">
            <a:avLst>
              <a:gd name="adj1" fmla="val 2700000"/>
              <a:gd name="adj2" fmla="val 1620000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 name="Google Shape;33;p4"/>
          <p:cNvSpPr/>
          <p:nvPr/>
        </p:nvSpPr>
        <p:spPr>
          <a:xfrm>
            <a:off x="441360" y="38520"/>
            <a:ext cx="380520" cy="381240"/>
          </a:xfrm>
          <a:prstGeom prst="roundRect">
            <a:avLst>
              <a:gd name="adj" fmla="val 16667"/>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 name="Google Shape;34;p4"/>
          <p:cNvSpPr/>
          <p:nvPr/>
        </p:nvSpPr>
        <p:spPr>
          <a:xfrm rot="10800000">
            <a:off x="-284760" y="540000"/>
            <a:ext cx="799200" cy="924120"/>
          </a:xfrm>
          <a:prstGeom prst="round2SameRect">
            <a:avLst>
              <a:gd name="adj1" fmla="val 50000"/>
              <a:gd name="adj2" fmla="val 0"/>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07" name="Google Shape;36;p5"/>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09" name="Google Shape;42;p5"/>
          <p:cNvSpPr/>
          <p:nvPr/>
        </p:nvSpPr>
        <p:spPr>
          <a:xfrm>
            <a:off x="147240" y="3579840"/>
            <a:ext cx="572400" cy="572400"/>
          </a:xfrm>
          <a:prstGeom prst="chord">
            <a:avLst>
              <a:gd name="adj1" fmla="val 2700000"/>
              <a:gd name="adj2" fmla="val 16200000"/>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 name="Google Shape;43;p5"/>
          <p:cNvSpPr/>
          <p:nvPr/>
        </p:nvSpPr>
        <p:spPr>
          <a:xfrm>
            <a:off x="8574840" y="158040"/>
            <a:ext cx="380520" cy="381240"/>
          </a:xfrm>
          <a:prstGeom prst="roundRect">
            <a:avLst>
              <a:gd name="adj" fmla="val 16667"/>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 name="Google Shape;44;p5"/>
          <p:cNvSpPr/>
          <p:nvPr/>
        </p:nvSpPr>
        <p:spPr>
          <a:xfrm>
            <a:off x="406080" y="4361400"/>
            <a:ext cx="799200" cy="572400"/>
          </a:xfrm>
          <a:prstGeom prst="round2SameRect">
            <a:avLst>
              <a:gd name="adj1" fmla="val 50000"/>
              <a:gd name="adj2" fmla="val 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 name="Google Shape;45;p5"/>
          <p:cNvSpPr/>
          <p:nvPr/>
        </p:nvSpPr>
        <p:spPr>
          <a:xfrm flipH="1">
            <a:off x="8269920" y="677160"/>
            <a:ext cx="619920" cy="619920"/>
          </a:xfrm>
          <a:prstGeom prst="teardrop">
            <a:avLst>
              <a:gd name="adj" fmla="val 10000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 name="Google Shape;46;p5"/>
          <p:cNvSpPr/>
          <p:nvPr/>
        </p:nvSpPr>
        <p:spPr>
          <a:xfrm rot="5400000">
            <a:off x="8202600" y="4124880"/>
            <a:ext cx="1105200" cy="512640"/>
          </a:xfrm>
          <a:prstGeom prst="round1Rect">
            <a:avLst>
              <a:gd name="adj" fmla="val 16667"/>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17" name="Google Shape;48;p6"/>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19" name="Google Shape;50;p6"/>
          <p:cNvSpPr/>
          <p:nvPr/>
        </p:nvSpPr>
        <p:spPr>
          <a:xfrm rot="10800000">
            <a:off x="-250200" y="279360"/>
            <a:ext cx="904320" cy="904320"/>
          </a:xfrm>
          <a:prstGeom prst="pie">
            <a:avLst>
              <a:gd name="adj1" fmla="val 5410380"/>
              <a:gd name="adj2" fmla="val 16200000"/>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 name="Google Shape;51;p6"/>
          <p:cNvSpPr/>
          <p:nvPr/>
        </p:nvSpPr>
        <p:spPr>
          <a:xfrm flipH="1">
            <a:off x="653400" y="63720"/>
            <a:ext cx="475560" cy="475560"/>
          </a:xfrm>
          <a:prstGeom prst="ellipse">
            <a:avLst/>
          </a:prstGeom>
          <a:solidFill>
            <a:schemeClr val="accent5"/>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 name="Google Shape;52;p6"/>
          <p:cNvSpPr/>
          <p:nvPr/>
        </p:nvSpPr>
        <p:spPr>
          <a:xfrm rot="5400000">
            <a:off x="8651520" y="9000"/>
            <a:ext cx="844560" cy="999720"/>
          </a:xfrm>
          <a:prstGeom prst="rect">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 name="Google Shape;53;p6"/>
          <p:cNvSpPr/>
          <p:nvPr/>
        </p:nvSpPr>
        <p:spPr>
          <a:xfrm rot="10800000">
            <a:off x="8573760" y="1064160"/>
            <a:ext cx="341280" cy="677520"/>
          </a:xfrm>
          <a:prstGeom prst="round2SameRect">
            <a:avLst>
              <a:gd name="adj1" fmla="val 50000"/>
              <a:gd name="adj2" fmla="val 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 name="Google Shape;54;p6"/>
          <p:cNvSpPr/>
          <p:nvPr/>
        </p:nvSpPr>
        <p:spPr>
          <a:xfrm flipH="1">
            <a:off x="122040" y="4292280"/>
            <a:ext cx="748440" cy="748440"/>
          </a:xfrm>
          <a:prstGeom prst="teardrop">
            <a:avLst>
              <a:gd name="adj" fmla="val 100000"/>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25" name="Google Shape;56;p7"/>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 name="PlaceHolder 1"/>
          <p:cNvSpPr>
            <a:spLocks noGrp="1"/>
          </p:cNvSpPr>
          <p:nvPr>
            <p:ph type="title"/>
          </p:nvPr>
        </p:nvSpPr>
        <p:spPr>
          <a:xfrm>
            <a:off x="4376880" y="567720"/>
            <a:ext cx="3955320" cy="129492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27" name="Google Shape;59;p7"/>
          <p:cNvSpPr/>
          <p:nvPr/>
        </p:nvSpPr>
        <p:spPr>
          <a:xfrm rot="4030200">
            <a:off x="8030160" y="75240"/>
            <a:ext cx="927720" cy="927720"/>
          </a:xfrm>
          <a:prstGeom prst="blockArc">
            <a:avLst>
              <a:gd name="adj1" fmla="val 10800000"/>
              <a:gd name="adj2" fmla="val 21561599"/>
              <a:gd name="adj3" fmla="val 3096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 name="Google Shape;60;p7"/>
          <p:cNvSpPr/>
          <p:nvPr/>
        </p:nvSpPr>
        <p:spPr>
          <a:xfrm>
            <a:off x="8304120" y="4676040"/>
            <a:ext cx="380520" cy="381240"/>
          </a:xfrm>
          <a:prstGeom prst="roundRect">
            <a:avLst>
              <a:gd name="adj" fmla="val 16667"/>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 name="PlaceHolder 2"/>
          <p:cNvSpPr>
            <a:spLocks noGrp="1"/>
          </p:cNvSpPr>
          <p:nvPr>
            <p:ph type="body"/>
          </p:nvPr>
        </p:nvSpPr>
        <p:spPr>
          <a:xfrm>
            <a:off x="811800" y="567720"/>
            <a:ext cx="3179160" cy="4007520"/>
          </a:xfrm>
          <a:prstGeom prst="rect">
            <a:avLst/>
          </a:prstGeom>
          <a:noFill/>
          <a:ln w="9360">
            <a:solidFill>
              <a:srgbClr val="000000"/>
            </a:solidFill>
            <a:miter/>
          </a:ln>
        </p:spPr>
        <p:txBody>
          <a:bodyPr lIns="90000" tIns="45000" rIns="90000" bIns="45000" anchor="t">
            <a:normAutofit fontScale="56111"/>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30" name="Google Shape;63;p8"/>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
        <p:nvSpPr>
          <p:cNvPr id="132" name="Google Shape;65;p8"/>
          <p:cNvSpPr/>
          <p:nvPr/>
        </p:nvSpPr>
        <p:spPr>
          <a:xfrm rot="5400000">
            <a:off x="836280" y="4118760"/>
            <a:ext cx="970200" cy="970200"/>
          </a:xfrm>
          <a:prstGeom prst="pie">
            <a:avLst>
              <a:gd name="adj1" fmla="val 5410380"/>
              <a:gd name="adj2" fmla="val 16200000"/>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 name="Google Shape;66;p8"/>
          <p:cNvSpPr/>
          <p:nvPr/>
        </p:nvSpPr>
        <p:spPr>
          <a:xfrm flipH="1">
            <a:off x="521280" y="3702240"/>
            <a:ext cx="475560" cy="475560"/>
          </a:xfrm>
          <a:prstGeom prst="ellipse">
            <a:avLst/>
          </a:prstGeom>
          <a:solidFill>
            <a:schemeClr val="accent1"/>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 name="Google Shape;67;p8"/>
          <p:cNvSpPr/>
          <p:nvPr/>
        </p:nvSpPr>
        <p:spPr>
          <a:xfrm rot="10800000">
            <a:off x="-115560" y="959760"/>
            <a:ext cx="951480" cy="1017000"/>
          </a:xfrm>
          <a:prstGeom prst="rect">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 name="Google Shape;68;p8"/>
          <p:cNvSpPr/>
          <p:nvPr/>
        </p:nvSpPr>
        <p:spPr>
          <a:xfrm rot="10800000">
            <a:off x="7706880" y="87120"/>
            <a:ext cx="799200" cy="1585440"/>
          </a:xfrm>
          <a:prstGeom prst="round2SameRect">
            <a:avLst>
              <a:gd name="adj1" fmla="val 50000"/>
              <a:gd name="adj2" fmla="val 0"/>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 name="Google Shape;69;p8"/>
          <p:cNvSpPr/>
          <p:nvPr/>
        </p:nvSpPr>
        <p:spPr>
          <a:xfrm flipH="1">
            <a:off x="8308080" y="1834920"/>
            <a:ext cx="637200" cy="637200"/>
          </a:xfrm>
          <a:prstGeom prst="teardrop">
            <a:avLst>
              <a:gd name="adj" fmla="val 100000"/>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37" name="Google Shape;71;p9"/>
          <p:cNvSpPr/>
          <p:nvPr/>
        </p:nvSpPr>
        <p:spPr>
          <a:xfrm>
            <a:off x="328320" y="271080"/>
            <a:ext cx="8487360" cy="4600800"/>
          </a:xfrm>
          <a:prstGeom prst="rect">
            <a:avLst/>
          </a:prstGeom>
          <a:solidFill>
            <a:schemeClr val="lt1"/>
          </a:solidFill>
          <a:ln w="19050">
            <a:solidFill>
              <a:srgbClr val="0000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8" name="Google Shape;72;p9"/>
          <p:cNvSpPr/>
          <p:nvPr/>
        </p:nvSpPr>
        <p:spPr>
          <a:xfrm rot="10800000">
            <a:off x="7978680" y="4091040"/>
            <a:ext cx="904320" cy="904320"/>
          </a:xfrm>
          <a:prstGeom prst="pie">
            <a:avLst>
              <a:gd name="adj1" fmla="val 5410380"/>
              <a:gd name="adj2" fmla="val 16200000"/>
            </a:avLst>
          </a:prstGeom>
          <a:solidFill>
            <a:schemeClr val="accent3"/>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 name="Google Shape;73;p9"/>
          <p:cNvSpPr/>
          <p:nvPr/>
        </p:nvSpPr>
        <p:spPr>
          <a:xfrm flipH="1">
            <a:off x="93600" y="704160"/>
            <a:ext cx="293760" cy="293760"/>
          </a:xfrm>
          <a:prstGeom prst="ellipse">
            <a:avLst/>
          </a:prstGeom>
          <a:solidFill>
            <a:schemeClr val="accen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74;p9"/>
          <p:cNvSpPr/>
          <p:nvPr/>
        </p:nvSpPr>
        <p:spPr>
          <a:xfrm rot="5400000">
            <a:off x="-725040" y="4063680"/>
            <a:ext cx="2022480" cy="384480"/>
          </a:xfrm>
          <a:prstGeom prst="rect">
            <a:avLst/>
          </a:prstGeom>
          <a:solidFill>
            <a:schemeClr val="lt2"/>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75;p9"/>
          <p:cNvSpPr/>
          <p:nvPr/>
        </p:nvSpPr>
        <p:spPr>
          <a:xfrm>
            <a:off x="8665560" y="3380400"/>
            <a:ext cx="341280" cy="677520"/>
          </a:xfrm>
          <a:prstGeom prst="round2SameRect">
            <a:avLst>
              <a:gd name="adj1" fmla="val 50000"/>
              <a:gd name="adj2" fmla="val 0"/>
            </a:avLst>
          </a:prstGeom>
          <a:solidFill>
            <a:schemeClr val="accent4"/>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 name="Google Shape;76;p9"/>
          <p:cNvSpPr/>
          <p:nvPr/>
        </p:nvSpPr>
        <p:spPr>
          <a:xfrm rot="10800000" flipH="1">
            <a:off x="236880" y="103320"/>
            <a:ext cx="475560" cy="475560"/>
          </a:xfrm>
          <a:prstGeom prst="teardrop">
            <a:avLst>
              <a:gd name="adj" fmla="val 100000"/>
            </a:avLst>
          </a:prstGeom>
          <a:solidFill>
            <a:schemeClr val="accent6"/>
          </a:solidFill>
          <a:ln w="19050">
            <a:solidFill>
              <a:srgbClr val="000000"/>
            </a:solidFill>
            <a:round/>
          </a:ln>
          <a:effectLst>
            <a:outerShdw dist="66451" dir="2634150" algn="bl" rotWithShape="0">
              <a:schemeClr val="dk1"/>
            </a:outerShdw>
          </a:effectLst>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 name="PlaceHolder 1"/>
          <p:cNvSpPr>
            <a:spLocks noGrp="1"/>
          </p:cNvSpPr>
          <p:nvPr>
            <p:ph type="title"/>
          </p:nvPr>
        </p:nvSpPr>
        <p:spPr>
          <a:xfrm>
            <a:off x="1346400" y="567720"/>
            <a:ext cx="6450840" cy="129492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4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3557160" y="3259080"/>
            <a:ext cx="4873320" cy="1327680"/>
          </a:xfrm>
          <a:prstGeom prst="rect">
            <a:avLst/>
          </a:prstGeom>
          <a:solidFill>
            <a:schemeClr val="lt1"/>
          </a:solidFill>
          <a:ln w="19080">
            <a:solidFill>
              <a:srgbClr val="000000"/>
            </a:solidFill>
            <a:miter/>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46" name="PlaceHolder 2"/>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720000" y="511200"/>
            <a:ext cx="770364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4.jpg"/><Relationship Id="rId5" Type="http://schemas.microsoft.com/office/2007/relationships/hdphoto" Target="../media/hdphoto3.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8.png"/><Relationship Id="rId1" Type="http://schemas.openxmlformats.org/officeDocument/2006/relationships/slideLayout" Target="../slideLayouts/slideLayout18.xml"/><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43124B-AD60-69E1-4536-EE5A55BA454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67663" y1="47962" x2="67663" y2="47962"/>
                        <a14:foregroundMark x1="60734" y1="49864" x2="60734" y2="49864"/>
                        <a14:foregroundMark x1="50543" y1="50272" x2="50543" y2="50272"/>
                        <a14:foregroundMark x1="37500" y1="50543" x2="37500" y2="50543"/>
                        <a14:foregroundMark x1="29076" y1="50543" x2="29076" y2="50543"/>
                        <a14:foregroundMark x1="13451" y1="49864" x2="13451" y2="49864"/>
                      </a14:backgroundRemoval>
                    </a14:imgEffect>
                  </a14:imgLayer>
                </a14:imgProps>
              </a:ext>
              <a:ext uri="{28A0092B-C50C-407E-A947-70E740481C1C}">
                <a14:useLocalDpi xmlns:a14="http://schemas.microsoft.com/office/drawing/2010/main" val="0"/>
              </a:ext>
            </a:extLst>
          </a:blip>
          <a:srcRect l="5260" t="41037" r="7481" b="39852"/>
          <a:stretch/>
        </p:blipFill>
        <p:spPr>
          <a:xfrm>
            <a:off x="2202180" y="1874520"/>
            <a:ext cx="4488180" cy="982980"/>
          </a:xfrm>
          <a:prstGeom prst="rect">
            <a:avLst/>
          </a:prstGeom>
        </p:spPr>
      </p:pic>
      <p:sp>
        <p:nvSpPr>
          <p:cNvPr id="7" name="TextBox 6">
            <a:extLst>
              <a:ext uri="{FF2B5EF4-FFF2-40B4-BE49-F238E27FC236}">
                <a16:creationId xmlns:a16="http://schemas.microsoft.com/office/drawing/2014/main" id="{7D622D35-ECD1-0EDA-809B-400073E56220}"/>
              </a:ext>
            </a:extLst>
          </p:cNvPr>
          <p:cNvSpPr txBox="1"/>
          <p:nvPr/>
        </p:nvSpPr>
        <p:spPr>
          <a:xfrm>
            <a:off x="6096000" y="3284220"/>
            <a:ext cx="2377639" cy="120032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BY</a:t>
            </a:r>
          </a:p>
          <a:p>
            <a:r>
              <a:rPr lang="en-US" b="1" dirty="0">
                <a:latin typeface="Times New Roman" panose="02020603050405020304" pitchFamily="18" charset="0"/>
                <a:cs typeface="Times New Roman" panose="02020603050405020304" pitchFamily="18" charset="0"/>
              </a:rPr>
              <a:t>LOGESHWARAN.V</a:t>
            </a:r>
          </a:p>
          <a:p>
            <a:r>
              <a:rPr lang="en-US" b="1" dirty="0">
                <a:latin typeface="Times New Roman" panose="02020603050405020304" pitchFamily="18" charset="0"/>
                <a:cs typeface="Times New Roman" panose="02020603050405020304" pitchFamily="18" charset="0"/>
              </a:rPr>
              <a:t>AVINASH.R</a:t>
            </a:r>
          </a:p>
          <a:p>
            <a:r>
              <a:rPr lang="en-US" b="1" dirty="0">
                <a:latin typeface="Times New Roman" panose="02020603050405020304" pitchFamily="18" charset="0"/>
                <a:cs typeface="Times New Roman" panose="02020603050405020304" pitchFamily="18" charset="0"/>
              </a:rPr>
              <a:t>KAMESHWARAN.K </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505160" y="781642"/>
            <a:ext cx="6133680" cy="213336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4800" b="1" strike="noStrike" spc="-1" dirty="0">
                <a:solidFill>
                  <a:schemeClr val="dk1"/>
                </a:solidFill>
                <a:latin typeface="Times New Roman" panose="02020603050405020304" pitchFamily="18" charset="0"/>
                <a:ea typeface="Dela Gothic One"/>
                <a:cs typeface="Times New Roman" panose="02020603050405020304" pitchFamily="18" charset="0"/>
              </a:rPr>
              <a:t>Mastering Interview Techniques</a:t>
            </a:r>
            <a:endParaRPr lang="fr-FR" sz="4800" b="1" strike="noStrike" spc="-1" dirty="0">
              <a:solidFill>
                <a:schemeClr val="dk1"/>
              </a:solidFill>
              <a:latin typeface="Times New Roman" panose="02020603050405020304" pitchFamily="18" charset="0"/>
              <a:cs typeface="Times New Roman" panose="02020603050405020304" pitchFamily="18" charset="0"/>
            </a:endParaRPr>
          </a:p>
        </p:txBody>
      </p:sp>
      <p:sp>
        <p:nvSpPr>
          <p:cNvPr id="149" name="PlaceHolder 2"/>
          <p:cNvSpPr>
            <a:spLocks noGrp="1"/>
          </p:cNvSpPr>
          <p:nvPr>
            <p:ph type="subTitle"/>
          </p:nvPr>
        </p:nvSpPr>
        <p:spPr>
          <a:xfrm>
            <a:off x="1721653" y="2979359"/>
            <a:ext cx="5700694" cy="712809"/>
          </a:xfrm>
          <a:prstGeom prst="rect">
            <a:avLst/>
          </a:prstGeom>
          <a:solidFill>
            <a:schemeClr val="accent3"/>
          </a:solidFill>
          <a:ln w="19080">
            <a:solidFill>
              <a:srgbClr val="000000"/>
            </a:solidFill>
            <a:round/>
          </a:ln>
        </p:spPr>
        <p:txBody>
          <a:bodyPr lIns="91440" tIns="91440" rIns="91440" bIns="91440" anchor="t">
            <a:normAutofit/>
          </a:bodyPr>
          <a:lstStyle/>
          <a:p>
            <a:pPr indent="0" algn="ctr">
              <a:lnSpc>
                <a:spcPct val="100000"/>
              </a:lnSpc>
              <a:buNone/>
              <a:tabLst>
                <a:tab pos="0" algn="l"/>
              </a:tabLst>
            </a:pPr>
            <a:r>
              <a:rPr lang="en" sz="1600" b="0" strike="noStrike" spc="-1" dirty="0">
                <a:solidFill>
                  <a:schemeClr val="dk1"/>
                </a:solidFill>
                <a:latin typeface="Times New Roman" panose="02020603050405020304" pitchFamily="18" charset="0"/>
                <a:ea typeface="Barlow"/>
                <a:cs typeface="Times New Roman" panose="02020603050405020304" pitchFamily="18" charset="0"/>
              </a:rPr>
              <a:t>Key strategies for effective interview preparation and</a:t>
            </a:r>
          </a:p>
          <a:p>
            <a:pPr indent="0" algn="ctr">
              <a:lnSpc>
                <a:spcPct val="100000"/>
              </a:lnSpc>
              <a:buNone/>
              <a:tabLst>
                <a:tab pos="0" algn="l"/>
              </a:tabLst>
            </a:pPr>
            <a:r>
              <a:rPr lang="en" sz="1600" b="0" strike="noStrike" spc="-1" dirty="0">
                <a:solidFill>
                  <a:schemeClr val="dk1"/>
                </a:solidFill>
                <a:latin typeface="Times New Roman" panose="02020603050405020304" pitchFamily="18" charset="0"/>
                <a:ea typeface="Barlow"/>
                <a:cs typeface="Times New Roman" panose="02020603050405020304" pitchFamily="18" charset="0"/>
              </a:rPr>
              <a:t> performance.</a:t>
            </a:r>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341970" y="685980"/>
            <a:ext cx="8482361" cy="1294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800" b="1" strike="noStrike" spc="-1" dirty="0">
                <a:solidFill>
                  <a:schemeClr val="dk1"/>
                </a:solidFill>
                <a:latin typeface="Times New Roman" panose="02020603050405020304" pitchFamily="18" charset="0"/>
                <a:ea typeface="Dela Gothic One"/>
                <a:cs typeface="Times New Roman" panose="02020603050405020304" pitchFamily="18" charset="0"/>
              </a:rPr>
              <a:t>Introduction</a:t>
            </a:r>
            <a:endParaRPr lang="fr-FR" sz="2800" b="1" strike="noStrike" spc="-1" dirty="0">
              <a:solidFill>
                <a:schemeClr val="dk1"/>
              </a:solidFill>
              <a:latin typeface="Times New Roman" panose="02020603050405020304" pitchFamily="18" charset="0"/>
              <a:cs typeface="Times New Roman" panose="02020603050405020304" pitchFamily="18" charset="0"/>
            </a:endParaRPr>
          </a:p>
        </p:txBody>
      </p:sp>
      <p:sp>
        <p:nvSpPr>
          <p:cNvPr id="151" name="PlaceHolder 2"/>
          <p:cNvSpPr>
            <a:spLocks noGrp="1"/>
          </p:cNvSpPr>
          <p:nvPr>
            <p:ph type="subTitle"/>
          </p:nvPr>
        </p:nvSpPr>
        <p:spPr>
          <a:xfrm>
            <a:off x="1397619" y="1866600"/>
            <a:ext cx="6371064" cy="1443604"/>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400" b="1" strike="noStrike" spc="-1" dirty="0">
                <a:solidFill>
                  <a:srgbClr val="000000"/>
                </a:solidFill>
                <a:latin typeface="Times New Roman" panose="02020603050405020304" pitchFamily="18" charset="0"/>
                <a:cs typeface="Times New Roman" panose="02020603050405020304" pitchFamily="18" charset="0"/>
              </a:rPr>
              <a:t>What is an interview ?</a:t>
            </a:r>
          </a:p>
          <a:p>
            <a:pPr indent="0" algn="ctr">
              <a:lnSpc>
                <a:spcPct val="100000"/>
              </a:lnSpc>
              <a:buNone/>
              <a:tabLst>
                <a:tab pos="0" algn="l"/>
              </a:tabLst>
            </a:pPr>
            <a:r>
              <a:rPr lang="en-US" sz="1400" dirty="0">
                <a:latin typeface="Times New Roman" panose="02020603050405020304" pitchFamily="18" charset="0"/>
                <a:cs typeface="Times New Roman" panose="02020603050405020304" pitchFamily="18" charset="0"/>
              </a:rPr>
              <a:t>An interview is a conversation where an employer evaluates a candidate for a job. It can be in person, over the phone, or online. The goal is to assess skills, experience, and suitability for the role. Success comes from preparation, clear communication, and confidence.</a:t>
            </a:r>
          </a:p>
          <a:p>
            <a:pPr indent="0" algn="ctr">
              <a:lnSpc>
                <a:spcPct val="100000"/>
              </a:lnSpc>
              <a:buNone/>
              <a:tabLst>
                <a:tab pos="0" algn="l"/>
              </a:tabLst>
            </a:pPr>
            <a:endParaRPr lang="en-US" sz="1100" b="0" strike="noStrike" spc="-1" dirty="0">
              <a:solidFill>
                <a:srgbClr val="000000"/>
              </a:solidFill>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1571760" y="2171880"/>
            <a:ext cx="5990760" cy="126648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IN" dirty="0">
                <a:latin typeface="Times New Roman" panose="02020603050405020304" pitchFamily="18" charset="0"/>
                <a:cs typeface="Times New Roman" panose="02020603050405020304" pitchFamily="18" charset="0"/>
              </a:rPr>
              <a:t>Types of Interviews</a:t>
            </a:r>
            <a:endParaRPr lang="fr-FR" sz="44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153" name="PlaceHolder 2"/>
          <p:cNvSpPr>
            <a:spLocks noGrp="1"/>
          </p:cNvSpPr>
          <p:nvPr>
            <p:ph type="title"/>
          </p:nvPr>
        </p:nvSpPr>
        <p:spPr>
          <a:xfrm>
            <a:off x="3733920" y="1219320"/>
            <a:ext cx="1685520" cy="837720"/>
          </a:xfrm>
          <a:prstGeom prst="rect">
            <a:avLst/>
          </a:prstGeom>
          <a:solidFill>
            <a:schemeClr val="accent3"/>
          </a:solidFill>
          <a:ln w="19080">
            <a:solidFill>
              <a:srgbClr val="000000"/>
            </a:solidFill>
            <a:miter/>
          </a:ln>
        </p:spPr>
        <p:txBody>
          <a:bodyPr lIns="91440" tIns="91440" rIns="91440" bIns="91440" anchor="ctr">
            <a:normAutofit fontScale="90000"/>
          </a:bodyPr>
          <a:lstStyle/>
          <a:p>
            <a:pPr indent="0" algn="ctr">
              <a:lnSpc>
                <a:spcPct val="100000"/>
              </a:lnSpc>
              <a:buNone/>
              <a:tabLst>
                <a:tab pos="0" algn="l"/>
              </a:tabLst>
            </a:pPr>
            <a:r>
              <a:rPr lang="en" sz="5000" b="0" strike="noStrike" spc="-1" dirty="0">
                <a:solidFill>
                  <a:schemeClr val="dk1"/>
                </a:solidFill>
                <a:latin typeface="Times New Roman" panose="02020603050405020304" pitchFamily="18" charset="0"/>
                <a:ea typeface="Dela Gothic One"/>
                <a:cs typeface="Times New Roman" panose="02020603050405020304" pitchFamily="18" charset="0"/>
              </a:rPr>
              <a:t>01</a:t>
            </a:r>
            <a:endParaRPr lang="fr-FR" sz="5000" b="0" strike="noStrike" spc="-1"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76692" y="2711070"/>
            <a:ext cx="2785326" cy="856741"/>
          </a:xfrm>
          <a:prstGeom prst="rect">
            <a:avLst/>
          </a:prstGeom>
          <a:noFill/>
          <a:ln w="0">
            <a:noFill/>
          </a:ln>
        </p:spPr>
        <p:txBody>
          <a:bodyPr lIns="91440" tIns="91440" rIns="91440" bIns="91440" anchor="t">
            <a:normAutofit fontScale="90000"/>
          </a:bodyPr>
          <a:lstStyle/>
          <a:p>
            <a:r>
              <a:rPr lang="en-US" sz="1300" b="1" dirty="0">
                <a:latin typeface="Times New Roman" panose="02020603050405020304" pitchFamily="18" charset="0"/>
                <a:cs typeface="Times New Roman" panose="02020603050405020304" pitchFamily="18" charset="0"/>
              </a:rPr>
              <a:t>Traditional face-to-face interviews:</a:t>
            </a:r>
            <a:r>
              <a:rPr lang="en-US" sz="1300" dirty="0">
                <a:latin typeface="Times New Roman" panose="02020603050405020304" pitchFamily="18" charset="0"/>
                <a:cs typeface="Times New Roman" panose="02020603050405020304" pitchFamily="18" charset="0"/>
              </a:rPr>
              <a:t> One-on-one meetings with hiring managers.</a:t>
            </a:r>
            <a:br>
              <a:rPr lang="en-US" sz="1100" dirty="0"/>
            </a:br>
            <a:br>
              <a:rPr lang="en-US" sz="1100" dirty="0"/>
            </a:br>
            <a:endParaRPr lang="fr-FR" sz="2800" b="0" strike="noStrike" spc="-1" dirty="0">
              <a:solidFill>
                <a:schemeClr val="dk1"/>
              </a:solidFill>
              <a:latin typeface="Arial"/>
            </a:endParaRPr>
          </a:p>
        </p:txBody>
      </p:sp>
      <p:sp>
        <p:nvSpPr>
          <p:cNvPr id="2" name="TextBox 1">
            <a:extLst>
              <a:ext uri="{FF2B5EF4-FFF2-40B4-BE49-F238E27FC236}">
                <a16:creationId xmlns:a16="http://schemas.microsoft.com/office/drawing/2014/main" id="{B0D09298-A7E4-F597-5E23-2430650DA2C2}"/>
              </a:ext>
            </a:extLst>
          </p:cNvPr>
          <p:cNvSpPr txBox="1"/>
          <p:nvPr/>
        </p:nvSpPr>
        <p:spPr>
          <a:xfrm>
            <a:off x="3260333" y="2736814"/>
            <a:ext cx="2308860" cy="830997"/>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Group interviews:</a:t>
            </a:r>
            <a:r>
              <a:rPr lang="en-US" sz="1200" dirty="0">
                <a:latin typeface="Times New Roman" panose="02020603050405020304" pitchFamily="18" charset="0"/>
                <a:cs typeface="Times New Roman" panose="02020603050405020304" pitchFamily="18" charset="0"/>
              </a:rPr>
              <a:t> Candidates interact in a group setting, showcasing teamwork and leadership.</a:t>
            </a:r>
            <a:endParaRPr lang="en-IN"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D55BAF-B92E-B6A4-917D-73B03D641500}"/>
              </a:ext>
            </a:extLst>
          </p:cNvPr>
          <p:cNvSpPr txBox="1"/>
          <p:nvPr/>
        </p:nvSpPr>
        <p:spPr>
          <a:xfrm>
            <a:off x="6053933" y="2711070"/>
            <a:ext cx="2712661" cy="646331"/>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Phone and video interviews:</a:t>
            </a:r>
            <a:r>
              <a:rPr lang="en-US" sz="1200" dirty="0">
                <a:latin typeface="Times New Roman" panose="02020603050405020304" pitchFamily="18" charset="0"/>
                <a:cs typeface="Times New Roman" panose="02020603050405020304" pitchFamily="18" charset="0"/>
              </a:rPr>
              <a:t> Remote interviews that require strong verbal communication.</a:t>
            </a:r>
            <a:endParaRPr lang="en-IN" sz="12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D0255F3-9F68-D705-69C1-E6686AA70512}"/>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7332" b="76050" l="9783" r="89946">
                        <a14:foregroundMark x1="28397" y1="50630" x2="28397" y2="50630"/>
                        <a14:foregroundMark x1="26766" y1="18067" x2="26766" y2="18067"/>
                        <a14:foregroundMark x1="51902" y1="30042" x2="51902" y2="30042"/>
                        <a14:foregroundMark x1="51902" y1="30042" x2="51902" y2="30042"/>
                        <a14:foregroundMark x1="51902" y1="30042" x2="51902" y2="30042"/>
                        <a14:foregroundMark x1="51902" y1="30042" x2="51902" y2="30042"/>
                        <a14:foregroundMark x1="77989" y1="74055" x2="77989" y2="74055"/>
                        <a14:foregroundMark x1="62500" y1="74475" x2="62500" y2="74475"/>
                        <a14:foregroundMark x1="51495" y1="29622" x2="51495" y2="29622"/>
                        <a14:foregroundMark x1="70245" y1="17332" x2="70245" y2="17332"/>
                        <a14:foregroundMark x1="53261" y1="30567" x2="53261" y2="30567"/>
                        <a14:foregroundMark x1="79484" y1="76050" x2="79484" y2="76050"/>
                        <a14:foregroundMark x1="73777" y1="75840" x2="73777" y2="75840"/>
                      </a14:backgroundRemoval>
                    </a14:imgEffect>
                  </a14:imgLayer>
                </a14:imgProps>
              </a:ext>
              <a:ext uri="{28A0092B-C50C-407E-A947-70E740481C1C}">
                <a14:useLocalDpi xmlns:a14="http://schemas.microsoft.com/office/drawing/2010/main" val="0"/>
              </a:ext>
            </a:extLst>
          </a:blip>
          <a:srcRect t="13778" b="21333"/>
          <a:stretch/>
        </p:blipFill>
        <p:spPr>
          <a:xfrm>
            <a:off x="725964" y="1034670"/>
            <a:ext cx="2145694" cy="1676400"/>
          </a:xfrm>
          <a:prstGeom prst="rect">
            <a:avLst/>
          </a:prstGeom>
        </p:spPr>
      </p:pic>
      <p:pic>
        <p:nvPicPr>
          <p:cNvPr id="10" name="Picture 9">
            <a:extLst>
              <a:ext uri="{FF2B5EF4-FFF2-40B4-BE49-F238E27FC236}">
                <a16:creationId xmlns:a16="http://schemas.microsoft.com/office/drawing/2014/main" id="{08621EA6-8F2F-7E45-5314-87D82CEA5699}"/>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4531" r="90000">
                        <a14:foregroundMark x1="8438" y1="62813" x2="8438" y2="62813"/>
                        <a14:foregroundMark x1="4531" y1="62031" x2="4531" y2="62031"/>
                        <a14:foregroundMark x1="40625" y1="54219" x2="40625" y2="54219"/>
                        <a14:foregroundMark x1="40000" y1="59688" x2="40000" y2="59688"/>
                        <a14:foregroundMark x1="39375" y1="63125" x2="39375" y2="63125"/>
                        <a14:foregroundMark x1="39688" y1="66406" x2="39688" y2="66406"/>
                        <a14:foregroundMark x1="10781" y1="65313" x2="10781" y2="65313"/>
                        <a14:foregroundMark x1="15156" y1="62031" x2="15156" y2="62031"/>
                        <a14:foregroundMark x1="15156" y1="62031" x2="15156" y2="62031"/>
                        <a14:foregroundMark x1="15156" y1="62031" x2="15156" y2="62031"/>
                        <a14:foregroundMark x1="72188" y1="55469" x2="72188" y2="55469"/>
                        <a14:foregroundMark x1="85781" y1="58125" x2="85781" y2="58125"/>
                        <a14:foregroundMark x1="12812" y1="61719" x2="12812" y2="61719"/>
                        <a14:foregroundMark x1="12812" y1="61719" x2="12812" y2="61719"/>
                        <a14:foregroundMark x1="12812" y1="61719" x2="12812" y2="61719"/>
                        <a14:foregroundMark x1="12812" y1="61719" x2="6563" y2="61719"/>
                        <a14:foregroundMark x1="6563" y1="61719" x2="6563" y2="61719"/>
                      </a14:backgroundRemoval>
                    </a14:imgEffect>
                  </a14:imgLayer>
                </a14:imgProps>
              </a:ext>
              <a:ext uri="{28A0092B-C50C-407E-A947-70E740481C1C}">
                <a14:useLocalDpi xmlns:a14="http://schemas.microsoft.com/office/drawing/2010/main" val="0"/>
              </a:ext>
            </a:extLst>
          </a:blip>
          <a:srcRect t="28990" b="20771"/>
          <a:stretch/>
        </p:blipFill>
        <p:spPr>
          <a:xfrm>
            <a:off x="6149998" y="1746213"/>
            <a:ext cx="2401555" cy="990601"/>
          </a:xfrm>
          <a:prstGeom prst="rect">
            <a:avLst/>
          </a:prstGeom>
        </p:spPr>
      </p:pic>
      <p:pic>
        <p:nvPicPr>
          <p:cNvPr id="12" name="Picture 11">
            <a:extLst>
              <a:ext uri="{FF2B5EF4-FFF2-40B4-BE49-F238E27FC236}">
                <a16:creationId xmlns:a16="http://schemas.microsoft.com/office/drawing/2014/main" id="{747A8E11-D590-3E99-3AA1-9265A766DC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V="1">
            <a:off x="3186774" y="1255636"/>
            <a:ext cx="2648107" cy="13240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6962D-8ECD-EE8A-3E21-41D0EEAE4C6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C97E043-41D8-BE96-C2BA-BE703A8FF28F}"/>
              </a:ext>
            </a:extLst>
          </p:cNvPr>
          <p:cNvSpPr txBox="1"/>
          <p:nvPr/>
        </p:nvSpPr>
        <p:spPr>
          <a:xfrm>
            <a:off x="1043940" y="3030289"/>
            <a:ext cx="3040751" cy="46166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Panel interviews:</a:t>
            </a:r>
            <a:r>
              <a:rPr lang="en-US" sz="1200" dirty="0">
                <a:latin typeface="Times New Roman" panose="02020603050405020304" pitchFamily="18" charset="0"/>
                <a:cs typeface="Times New Roman" panose="02020603050405020304" pitchFamily="18" charset="0"/>
              </a:rPr>
              <a:t> Multiple interviewers ask questions, requiring adaptability.</a:t>
            </a:r>
            <a:endParaRPr lang="en-IN"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555B1B7-B007-332D-B82E-2152D83F4245}"/>
              </a:ext>
            </a:extLst>
          </p:cNvPr>
          <p:cNvSpPr txBox="1"/>
          <p:nvPr/>
        </p:nvSpPr>
        <p:spPr>
          <a:xfrm>
            <a:off x="4610099" y="3030289"/>
            <a:ext cx="3169919" cy="923330"/>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Behavioral and situational interviews:</a:t>
            </a:r>
            <a:r>
              <a:rPr lang="en-US" sz="1200" dirty="0">
                <a:latin typeface="Times New Roman" panose="02020603050405020304" pitchFamily="18" charset="0"/>
                <a:cs typeface="Times New Roman" panose="02020603050405020304" pitchFamily="18" charset="0"/>
              </a:rPr>
              <a:t> Employers assess how candidates handled past situations.</a:t>
            </a:r>
            <a:br>
              <a:rPr lang="en-US" sz="1800" dirty="0"/>
            </a:br>
            <a:endParaRPr lang="en-IN" dirty="0"/>
          </a:p>
        </p:txBody>
      </p:sp>
      <p:pic>
        <p:nvPicPr>
          <p:cNvPr id="3" name="Picture 2">
            <a:extLst>
              <a:ext uri="{FF2B5EF4-FFF2-40B4-BE49-F238E27FC236}">
                <a16:creationId xmlns:a16="http://schemas.microsoft.com/office/drawing/2014/main" id="{57D67C6B-C808-00B7-41C0-918AA90EB4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5095" y="1175385"/>
            <a:ext cx="2758440" cy="1724025"/>
          </a:xfrm>
          <a:prstGeom prst="rect">
            <a:avLst/>
          </a:prstGeom>
        </p:spPr>
      </p:pic>
      <p:pic>
        <p:nvPicPr>
          <p:cNvPr id="7" name="Picture 6">
            <a:extLst>
              <a:ext uri="{FF2B5EF4-FFF2-40B4-BE49-F238E27FC236}">
                <a16:creationId xmlns:a16="http://schemas.microsoft.com/office/drawing/2014/main" id="{C40056E0-A6C0-FBCA-A35B-36A245F9FE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88680" y="1099184"/>
            <a:ext cx="2814638" cy="1876425"/>
          </a:xfrm>
          <a:prstGeom prst="rect">
            <a:avLst/>
          </a:prstGeom>
        </p:spPr>
      </p:pic>
    </p:spTree>
    <p:extLst>
      <p:ext uri="{BB962C8B-B14F-4D97-AF65-F5344CB8AC3E}">
        <p14:creationId xmlns:p14="http://schemas.microsoft.com/office/powerpoint/2010/main" val="3203783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94C4D-8B9B-34E0-6488-9ECAA67F047D}"/>
            </a:ext>
          </a:extLst>
        </p:cNvPr>
        <p:cNvGrpSpPr/>
        <p:nvPr/>
      </p:nvGrpSpPr>
      <p:grpSpPr>
        <a:xfrm>
          <a:off x="0" y="0"/>
          <a:ext cx="0" cy="0"/>
          <a:chOff x="0" y="0"/>
          <a:chExt cx="0" cy="0"/>
        </a:xfrm>
      </p:grpSpPr>
      <p:sp>
        <p:nvSpPr>
          <p:cNvPr id="162" name="PlaceHolder 1">
            <a:extLst>
              <a:ext uri="{FF2B5EF4-FFF2-40B4-BE49-F238E27FC236}">
                <a16:creationId xmlns:a16="http://schemas.microsoft.com/office/drawing/2014/main" id="{A6E0D67C-E282-11E1-3ECB-668A7BD98116}"/>
              </a:ext>
            </a:extLst>
          </p:cNvPr>
          <p:cNvSpPr>
            <a:spLocks noGrp="1"/>
          </p:cNvSpPr>
          <p:nvPr>
            <p:ph type="title"/>
          </p:nvPr>
        </p:nvSpPr>
        <p:spPr>
          <a:xfrm>
            <a:off x="1571760" y="2171880"/>
            <a:ext cx="5990760" cy="126648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IN" dirty="0">
                <a:latin typeface="Times New Roman" panose="02020603050405020304" pitchFamily="18" charset="0"/>
                <a:cs typeface="Times New Roman" panose="02020603050405020304" pitchFamily="18" charset="0"/>
              </a:rPr>
              <a:t>Preparing for an Interview</a:t>
            </a:r>
            <a:endParaRPr lang="fr-FR" sz="44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163" name="PlaceHolder 2">
            <a:extLst>
              <a:ext uri="{FF2B5EF4-FFF2-40B4-BE49-F238E27FC236}">
                <a16:creationId xmlns:a16="http://schemas.microsoft.com/office/drawing/2014/main" id="{D21E3B59-553E-98A8-F96A-843624C37A2F}"/>
              </a:ext>
            </a:extLst>
          </p:cNvPr>
          <p:cNvSpPr>
            <a:spLocks noGrp="1"/>
          </p:cNvSpPr>
          <p:nvPr>
            <p:ph type="title"/>
          </p:nvPr>
        </p:nvSpPr>
        <p:spPr>
          <a:xfrm>
            <a:off x="3733920" y="1219320"/>
            <a:ext cx="1685520" cy="837720"/>
          </a:xfrm>
          <a:prstGeom prst="rect">
            <a:avLst/>
          </a:prstGeom>
          <a:solidFill>
            <a:schemeClr val="accent3"/>
          </a:solidFill>
          <a:ln w="19080">
            <a:solidFill>
              <a:srgbClr val="000000"/>
            </a:solidFill>
            <a:miter/>
          </a:ln>
        </p:spPr>
        <p:txBody>
          <a:bodyPr lIns="91440" tIns="91440" rIns="91440" bIns="91440" anchor="ctr">
            <a:normAutofit fontScale="90000"/>
          </a:bodyPr>
          <a:lstStyle/>
          <a:p>
            <a:pPr indent="0" algn="ctr">
              <a:lnSpc>
                <a:spcPct val="100000"/>
              </a:lnSpc>
              <a:buNone/>
              <a:tabLst>
                <a:tab pos="0" algn="l"/>
              </a:tabLst>
            </a:pPr>
            <a:r>
              <a:rPr lang="en" sz="5000" b="0" strike="noStrike" spc="-1" dirty="0">
                <a:solidFill>
                  <a:schemeClr val="dk1"/>
                </a:solidFill>
                <a:latin typeface="Times New Roman" panose="02020603050405020304" pitchFamily="18" charset="0"/>
                <a:ea typeface="Dela Gothic One"/>
                <a:cs typeface="Times New Roman" panose="02020603050405020304" pitchFamily="18" charset="0"/>
              </a:rPr>
              <a:t>02</a:t>
            </a:r>
            <a:endParaRPr lang="fr-FR" sz="5000" b="0" strike="noStrike" spc="-1"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104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5F5B7C-53AA-F100-27E9-8F47FF710016}"/>
              </a:ext>
            </a:extLst>
          </p:cNvPr>
          <p:cNvSpPr txBox="1"/>
          <p:nvPr/>
        </p:nvSpPr>
        <p:spPr>
          <a:xfrm>
            <a:off x="496603" y="561539"/>
            <a:ext cx="4243038" cy="1077218"/>
          </a:xfrm>
          <a:prstGeom prst="rect">
            <a:avLst/>
          </a:prstGeom>
          <a:noFill/>
        </p:spPr>
        <p:txBody>
          <a:bodyPr wrap="square" rtlCol="0">
            <a:spAutoFit/>
          </a:bodyPr>
          <a:lstStyle/>
          <a:p>
            <a:pPr>
              <a:buNone/>
            </a:pPr>
            <a:endParaRPr lang="en-US"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Company Research:</a:t>
            </a:r>
            <a:r>
              <a:rPr lang="en-US" sz="1400" dirty="0">
                <a:latin typeface="Times New Roman" panose="02020603050405020304" pitchFamily="18" charset="0"/>
                <a:cs typeface="Times New Roman" panose="02020603050405020304" pitchFamily="18" charset="0"/>
              </a:rPr>
              <a:t> Learn about its mission, values, and recent news.</a:t>
            </a:r>
          </a:p>
          <a:p>
            <a:endParaRPr lang="en-IN" dirty="0"/>
          </a:p>
        </p:txBody>
      </p:sp>
      <p:sp>
        <p:nvSpPr>
          <p:cNvPr id="4" name="TextBox 3">
            <a:extLst>
              <a:ext uri="{FF2B5EF4-FFF2-40B4-BE49-F238E27FC236}">
                <a16:creationId xmlns:a16="http://schemas.microsoft.com/office/drawing/2014/main" id="{29224B08-3E5A-E214-CBAB-D776E6A50099}"/>
              </a:ext>
            </a:extLst>
          </p:cNvPr>
          <p:cNvSpPr txBox="1"/>
          <p:nvPr/>
        </p:nvSpPr>
        <p:spPr>
          <a:xfrm>
            <a:off x="3422682" y="2363958"/>
            <a:ext cx="4875498" cy="800219"/>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Understanding the Role:</a:t>
            </a:r>
            <a:r>
              <a:rPr lang="en-US" sz="1400" dirty="0">
                <a:latin typeface="Times New Roman" panose="02020603050405020304" pitchFamily="18" charset="0"/>
                <a:cs typeface="Times New Roman" panose="02020603050405020304" pitchFamily="18" charset="0"/>
              </a:rPr>
              <a:t> Analyze the job description and required skills.</a:t>
            </a:r>
          </a:p>
          <a:p>
            <a:endParaRPr lang="en-IN" dirty="0"/>
          </a:p>
        </p:txBody>
      </p:sp>
      <p:sp>
        <p:nvSpPr>
          <p:cNvPr id="5" name="TextBox 4">
            <a:extLst>
              <a:ext uri="{FF2B5EF4-FFF2-40B4-BE49-F238E27FC236}">
                <a16:creationId xmlns:a16="http://schemas.microsoft.com/office/drawing/2014/main" id="{B70626B3-82F5-E684-2AA4-F9A0289431CE}"/>
              </a:ext>
            </a:extLst>
          </p:cNvPr>
          <p:cNvSpPr txBox="1"/>
          <p:nvPr/>
        </p:nvSpPr>
        <p:spPr>
          <a:xfrm>
            <a:off x="719626" y="3555140"/>
            <a:ext cx="4740108" cy="800219"/>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Common Interview Questions:</a:t>
            </a:r>
            <a:r>
              <a:rPr lang="en-US" sz="1400" dirty="0">
                <a:latin typeface="Times New Roman" panose="02020603050405020304" pitchFamily="18" charset="0"/>
                <a:cs typeface="Times New Roman" panose="02020603050405020304" pitchFamily="18" charset="0"/>
              </a:rPr>
              <a:t> Prepare for questions like “Tell me about yourself” and “What are your strengths?”</a:t>
            </a:r>
          </a:p>
          <a:p>
            <a:endParaRPr lang="en-IN" dirty="0"/>
          </a:p>
        </p:txBody>
      </p:sp>
      <p:pic>
        <p:nvPicPr>
          <p:cNvPr id="7" name="Picture 6">
            <a:extLst>
              <a:ext uri="{FF2B5EF4-FFF2-40B4-BE49-F238E27FC236}">
                <a16:creationId xmlns:a16="http://schemas.microsoft.com/office/drawing/2014/main" id="{7C8C1D92-B0F4-E05C-F693-94EEFDA8D4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997" y="594832"/>
            <a:ext cx="3504523" cy="1384492"/>
          </a:xfrm>
          <a:prstGeom prst="rect">
            <a:avLst/>
          </a:prstGeom>
        </p:spPr>
      </p:pic>
      <p:pic>
        <p:nvPicPr>
          <p:cNvPr id="9" name="Picture 8">
            <a:extLst>
              <a:ext uri="{FF2B5EF4-FFF2-40B4-BE49-F238E27FC236}">
                <a16:creationId xmlns:a16="http://schemas.microsoft.com/office/drawing/2014/main" id="{8F334377-509C-18BA-5B1A-CCC968D3E9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5391" y="1533394"/>
            <a:ext cx="1901189" cy="1901189"/>
          </a:xfrm>
          <a:prstGeom prst="rect">
            <a:avLst/>
          </a:prstGeom>
        </p:spPr>
      </p:pic>
      <p:pic>
        <p:nvPicPr>
          <p:cNvPr id="11" name="Picture 10">
            <a:extLst>
              <a:ext uri="{FF2B5EF4-FFF2-40B4-BE49-F238E27FC236}">
                <a16:creationId xmlns:a16="http://schemas.microsoft.com/office/drawing/2014/main" id="{79EF8842-5EF7-E554-CD78-4BF6E1800AE4}"/>
              </a:ext>
            </a:extLst>
          </p:cNvPr>
          <p:cNvPicPr>
            <a:picLocks noChangeAspect="1"/>
          </p:cNvPicPr>
          <p:nvPr/>
        </p:nvPicPr>
        <p:blipFill>
          <a:blip r:embed="rId4" cstate="print">
            <a:extLst>
              <a:ext uri="{28A0092B-C50C-407E-A947-70E740481C1C}">
                <a14:useLocalDpi xmlns:a14="http://schemas.microsoft.com/office/drawing/2010/main" val="0"/>
              </a:ext>
            </a:extLst>
          </a:blip>
          <a:srcRect t="7143"/>
          <a:stretch/>
        </p:blipFill>
        <p:spPr>
          <a:xfrm>
            <a:off x="5825492" y="2811780"/>
            <a:ext cx="2106930" cy="19564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B195F-66FC-6255-D671-87D20EF761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EF6400-F829-466E-17E5-39E99D8E40E3}"/>
              </a:ext>
            </a:extLst>
          </p:cNvPr>
          <p:cNvSpPr txBox="1"/>
          <p:nvPr/>
        </p:nvSpPr>
        <p:spPr>
          <a:xfrm>
            <a:off x="4492943" y="3303414"/>
            <a:ext cx="3919188" cy="800219"/>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Documents:</a:t>
            </a:r>
            <a:r>
              <a:rPr lang="en-US" sz="1400" dirty="0">
                <a:latin typeface="Times New Roman" panose="02020603050405020304" pitchFamily="18" charset="0"/>
                <a:cs typeface="Times New Roman" panose="02020603050405020304" pitchFamily="18" charset="0"/>
              </a:rPr>
              <a:t> Resume, certificates, portfolio, and references.</a:t>
            </a:r>
          </a:p>
          <a:p>
            <a:endParaRPr lang="en-IN" dirty="0"/>
          </a:p>
        </p:txBody>
      </p:sp>
      <p:sp>
        <p:nvSpPr>
          <p:cNvPr id="4" name="TextBox 3">
            <a:extLst>
              <a:ext uri="{FF2B5EF4-FFF2-40B4-BE49-F238E27FC236}">
                <a16:creationId xmlns:a16="http://schemas.microsoft.com/office/drawing/2014/main" id="{53B4CF4B-E2D6-6F0C-CEBB-C86226A1A5C4}"/>
              </a:ext>
            </a:extLst>
          </p:cNvPr>
          <p:cNvSpPr txBox="1"/>
          <p:nvPr/>
        </p:nvSpPr>
        <p:spPr>
          <a:xfrm>
            <a:off x="903922" y="3303414"/>
            <a:ext cx="2788920" cy="800219"/>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Dress Code:</a:t>
            </a:r>
            <a:r>
              <a:rPr lang="en-US" sz="1400" dirty="0">
                <a:latin typeface="Times New Roman" panose="02020603050405020304" pitchFamily="18" charset="0"/>
                <a:cs typeface="Times New Roman" panose="02020603050405020304" pitchFamily="18" charset="0"/>
              </a:rPr>
              <a:t> Professional attire suitable for the industry.</a:t>
            </a:r>
          </a:p>
          <a:p>
            <a:endParaRPr lang="en-IN" dirty="0"/>
          </a:p>
        </p:txBody>
      </p:sp>
      <p:pic>
        <p:nvPicPr>
          <p:cNvPr id="8" name="Picture 7">
            <a:extLst>
              <a:ext uri="{FF2B5EF4-FFF2-40B4-BE49-F238E27FC236}">
                <a16:creationId xmlns:a16="http://schemas.microsoft.com/office/drawing/2014/main" id="{D0078004-FA4C-132D-90D8-CED76EE43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845587"/>
            <a:ext cx="3317557" cy="2153027"/>
          </a:xfrm>
          <a:prstGeom prst="rect">
            <a:avLst/>
          </a:prstGeom>
        </p:spPr>
      </p:pic>
      <p:pic>
        <p:nvPicPr>
          <p:cNvPr id="10" name="Picture 9">
            <a:extLst>
              <a:ext uri="{FF2B5EF4-FFF2-40B4-BE49-F238E27FC236}">
                <a16:creationId xmlns:a16="http://schemas.microsoft.com/office/drawing/2014/main" id="{6520B1F6-F186-FB2F-4BCD-B69F433393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922" y="1138976"/>
            <a:ext cx="3317558" cy="1859638"/>
          </a:xfrm>
          <a:prstGeom prst="rect">
            <a:avLst/>
          </a:prstGeom>
        </p:spPr>
      </p:pic>
    </p:spTree>
    <p:extLst>
      <p:ext uri="{BB962C8B-B14F-4D97-AF65-F5344CB8AC3E}">
        <p14:creationId xmlns:p14="http://schemas.microsoft.com/office/powerpoint/2010/main" val="3784984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404F-46B2-189A-9ABA-83BAC80C9CB8}"/>
            </a:ext>
          </a:extLst>
        </p:cNvPr>
        <p:cNvGrpSpPr/>
        <p:nvPr/>
      </p:nvGrpSpPr>
      <p:grpSpPr>
        <a:xfrm>
          <a:off x="0" y="0"/>
          <a:ext cx="0" cy="0"/>
          <a:chOff x="0" y="0"/>
          <a:chExt cx="0" cy="0"/>
        </a:xfrm>
      </p:grpSpPr>
      <p:sp>
        <p:nvSpPr>
          <p:cNvPr id="162" name="PlaceHolder 1">
            <a:extLst>
              <a:ext uri="{FF2B5EF4-FFF2-40B4-BE49-F238E27FC236}">
                <a16:creationId xmlns:a16="http://schemas.microsoft.com/office/drawing/2014/main" id="{85992B9E-2281-F72E-84BC-78D01C037F00}"/>
              </a:ext>
            </a:extLst>
          </p:cNvPr>
          <p:cNvSpPr>
            <a:spLocks noGrp="1"/>
          </p:cNvSpPr>
          <p:nvPr>
            <p:ph type="title"/>
          </p:nvPr>
        </p:nvSpPr>
        <p:spPr>
          <a:xfrm>
            <a:off x="1571760" y="2171880"/>
            <a:ext cx="5990760" cy="126648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IN" dirty="0">
                <a:latin typeface="Times New Roman" panose="02020603050405020304" pitchFamily="18" charset="0"/>
                <a:cs typeface="Times New Roman" panose="02020603050405020304" pitchFamily="18" charset="0"/>
              </a:rPr>
              <a:t>Effective Communication</a:t>
            </a:r>
            <a:endParaRPr lang="fr-FR" sz="44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163" name="PlaceHolder 2">
            <a:extLst>
              <a:ext uri="{FF2B5EF4-FFF2-40B4-BE49-F238E27FC236}">
                <a16:creationId xmlns:a16="http://schemas.microsoft.com/office/drawing/2014/main" id="{20C63AE9-0178-9153-EAD6-5BAD423A1131}"/>
              </a:ext>
            </a:extLst>
          </p:cNvPr>
          <p:cNvSpPr>
            <a:spLocks noGrp="1"/>
          </p:cNvSpPr>
          <p:nvPr>
            <p:ph type="title"/>
          </p:nvPr>
        </p:nvSpPr>
        <p:spPr>
          <a:xfrm>
            <a:off x="3733920" y="1219320"/>
            <a:ext cx="1685520" cy="837720"/>
          </a:xfrm>
          <a:prstGeom prst="rect">
            <a:avLst/>
          </a:prstGeom>
          <a:solidFill>
            <a:schemeClr val="accent3"/>
          </a:solidFill>
          <a:ln w="19080">
            <a:solidFill>
              <a:srgbClr val="000000"/>
            </a:solidFill>
            <a:miter/>
          </a:ln>
        </p:spPr>
        <p:txBody>
          <a:bodyPr lIns="91440" tIns="91440" rIns="91440" bIns="91440" anchor="ctr">
            <a:normAutofit fontScale="90000"/>
          </a:bodyPr>
          <a:lstStyle/>
          <a:p>
            <a:pPr indent="0" algn="ctr">
              <a:lnSpc>
                <a:spcPct val="100000"/>
              </a:lnSpc>
              <a:buNone/>
              <a:tabLst>
                <a:tab pos="0" algn="l"/>
              </a:tabLst>
            </a:pPr>
            <a:r>
              <a:rPr lang="en" sz="5000" b="0" strike="noStrike" spc="-1" dirty="0">
                <a:solidFill>
                  <a:schemeClr val="dk1"/>
                </a:solidFill>
                <a:latin typeface="Times New Roman" panose="02020603050405020304" pitchFamily="18" charset="0"/>
                <a:ea typeface="Dela Gothic One"/>
                <a:cs typeface="Times New Roman" panose="02020603050405020304" pitchFamily="18" charset="0"/>
              </a:rPr>
              <a:t>03</a:t>
            </a:r>
            <a:endParaRPr lang="fr-FR" sz="5000" b="0" strike="noStrike" spc="-1"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103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3BBE4C-3F65-B9CD-BBF5-735FDB79F369}"/>
              </a:ext>
            </a:extLst>
          </p:cNvPr>
          <p:cNvSpPr txBox="1"/>
          <p:nvPr/>
        </p:nvSpPr>
        <p:spPr>
          <a:xfrm>
            <a:off x="2830831" y="3634483"/>
            <a:ext cx="5433059" cy="584775"/>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Active listening:</a:t>
            </a:r>
            <a:r>
              <a:rPr lang="en-US" sz="1400" dirty="0">
                <a:latin typeface="Times New Roman" panose="02020603050405020304" pitchFamily="18" charset="0"/>
                <a:cs typeface="Times New Roman" panose="02020603050405020304" pitchFamily="18" charset="0"/>
              </a:rPr>
              <a:t> Engage with the interviewer and respond thoughtfully.</a:t>
            </a:r>
          </a:p>
          <a:p>
            <a:endParaRPr lang="en-IN" dirty="0"/>
          </a:p>
        </p:txBody>
      </p:sp>
      <p:sp>
        <p:nvSpPr>
          <p:cNvPr id="3" name="TextBox 2">
            <a:extLst>
              <a:ext uri="{FF2B5EF4-FFF2-40B4-BE49-F238E27FC236}">
                <a16:creationId xmlns:a16="http://schemas.microsoft.com/office/drawing/2014/main" id="{4BA3AE39-E8FA-BE20-DFEB-FA01449A5029}"/>
              </a:ext>
            </a:extLst>
          </p:cNvPr>
          <p:cNvSpPr txBox="1"/>
          <p:nvPr/>
        </p:nvSpPr>
        <p:spPr>
          <a:xfrm>
            <a:off x="3394708" y="755779"/>
            <a:ext cx="5402579" cy="800219"/>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Body language:</a:t>
            </a:r>
            <a:r>
              <a:rPr lang="en-US" sz="1400" dirty="0">
                <a:latin typeface="Times New Roman" panose="02020603050405020304" pitchFamily="18" charset="0"/>
                <a:cs typeface="Times New Roman" panose="02020603050405020304" pitchFamily="18" charset="0"/>
              </a:rPr>
              <a:t> Maintain eye contact, sit upright, and use gestures naturally.</a:t>
            </a:r>
          </a:p>
          <a:p>
            <a:endParaRPr lang="en-IN" dirty="0"/>
          </a:p>
        </p:txBody>
      </p:sp>
      <p:sp>
        <p:nvSpPr>
          <p:cNvPr id="4" name="TextBox 3">
            <a:extLst>
              <a:ext uri="{FF2B5EF4-FFF2-40B4-BE49-F238E27FC236}">
                <a16:creationId xmlns:a16="http://schemas.microsoft.com/office/drawing/2014/main" id="{40933BFA-556E-4785-0128-41C57BC5CED7}"/>
              </a:ext>
            </a:extLst>
          </p:cNvPr>
          <p:cNvSpPr txBox="1"/>
          <p:nvPr/>
        </p:nvSpPr>
        <p:spPr>
          <a:xfrm>
            <a:off x="426719" y="1917908"/>
            <a:ext cx="5615941" cy="861774"/>
          </a:xfrm>
          <a:prstGeom prst="rect">
            <a:avLst/>
          </a:prstGeom>
          <a:noFill/>
        </p:spPr>
        <p:txBody>
          <a:bodyPr wrap="square" rtlCol="0">
            <a:spAutoFit/>
          </a:bodyPr>
          <a:lstStyle/>
          <a:p>
            <a:pPr>
              <a:buNone/>
            </a:pPr>
            <a:endParaRPr lang="en-US" dirty="0"/>
          </a:p>
          <a:p>
            <a:r>
              <a:rPr lang="en-US" sz="1400" b="1" dirty="0">
                <a:latin typeface="Times New Roman" panose="02020603050405020304" pitchFamily="18" charset="0"/>
                <a:cs typeface="Times New Roman" panose="02020603050405020304" pitchFamily="18" charset="0"/>
              </a:rPr>
              <a:t>Speaking clearly:</a:t>
            </a:r>
            <a:r>
              <a:rPr lang="en-US" sz="1400" dirty="0">
                <a:latin typeface="Times New Roman" panose="02020603050405020304" pitchFamily="18" charset="0"/>
                <a:cs typeface="Times New Roman" panose="02020603050405020304" pitchFamily="18" charset="0"/>
              </a:rPr>
              <a:t> Avoid filler words and structure responses concisely.</a:t>
            </a:r>
          </a:p>
          <a:p>
            <a:endParaRPr lang="en-IN" dirty="0"/>
          </a:p>
        </p:txBody>
      </p:sp>
      <p:pic>
        <p:nvPicPr>
          <p:cNvPr id="6" name="Picture 5">
            <a:extLst>
              <a:ext uri="{FF2B5EF4-FFF2-40B4-BE49-F238E27FC236}">
                <a16:creationId xmlns:a16="http://schemas.microsoft.com/office/drawing/2014/main" id="{BDEA57D0-B0E1-8110-F326-D218637201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44540" y="1666495"/>
            <a:ext cx="2419350" cy="146292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7DB2EA9E-1A2E-52D0-DCB7-EBBC4B9A40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9150" y="434342"/>
            <a:ext cx="2346959" cy="123215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Picture 9">
            <a:extLst>
              <a:ext uri="{FF2B5EF4-FFF2-40B4-BE49-F238E27FC236}">
                <a16:creationId xmlns:a16="http://schemas.microsoft.com/office/drawing/2014/main" id="{39840C46-6420-9C45-BD82-502FCB8803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9150" y="2986843"/>
            <a:ext cx="1802129" cy="180212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571760" y="2171880"/>
            <a:ext cx="5990760" cy="126648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IN" dirty="0">
                <a:latin typeface="Times New Roman" panose="02020603050405020304" pitchFamily="18" charset="0"/>
                <a:cs typeface="Times New Roman" panose="02020603050405020304" pitchFamily="18" charset="0"/>
              </a:rPr>
              <a:t>Answering Questions Strategically</a:t>
            </a:r>
            <a:endParaRPr lang="fr-FR" sz="44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163" name="PlaceHolder 2"/>
          <p:cNvSpPr>
            <a:spLocks noGrp="1"/>
          </p:cNvSpPr>
          <p:nvPr>
            <p:ph type="title"/>
          </p:nvPr>
        </p:nvSpPr>
        <p:spPr>
          <a:xfrm>
            <a:off x="3733920" y="1219320"/>
            <a:ext cx="1685520" cy="837720"/>
          </a:xfrm>
          <a:prstGeom prst="rect">
            <a:avLst/>
          </a:prstGeom>
          <a:solidFill>
            <a:schemeClr val="accent3"/>
          </a:solidFill>
          <a:ln w="19080">
            <a:solidFill>
              <a:srgbClr val="000000"/>
            </a:solidFill>
            <a:miter/>
          </a:ln>
        </p:spPr>
        <p:txBody>
          <a:bodyPr lIns="91440" tIns="91440" rIns="91440" bIns="91440" anchor="ctr">
            <a:normAutofit fontScale="90000"/>
          </a:bodyPr>
          <a:lstStyle/>
          <a:p>
            <a:pPr indent="0" algn="ctr">
              <a:lnSpc>
                <a:spcPct val="100000"/>
              </a:lnSpc>
              <a:buNone/>
              <a:tabLst>
                <a:tab pos="0" algn="l"/>
              </a:tabLst>
            </a:pPr>
            <a:r>
              <a:rPr lang="en" sz="5000" b="0" strike="noStrike" spc="-1" dirty="0">
                <a:solidFill>
                  <a:schemeClr val="dk1"/>
                </a:solidFill>
                <a:latin typeface="Times New Roman" panose="02020603050405020304" pitchFamily="18" charset="0"/>
                <a:ea typeface="Dela Gothic One"/>
                <a:cs typeface="Times New Roman" panose="02020603050405020304" pitchFamily="18" charset="0"/>
              </a:rPr>
              <a:t>04</a:t>
            </a:r>
            <a:endParaRPr lang="fr-FR" sz="5000" b="0" strike="noStrike" spc="-1"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6DAA34-EF45-D7C4-93D9-D847D058BE85}"/>
              </a:ext>
            </a:extLst>
          </p:cNvPr>
          <p:cNvSpPr txBox="1"/>
          <p:nvPr/>
        </p:nvSpPr>
        <p:spPr>
          <a:xfrm>
            <a:off x="426721" y="1279088"/>
            <a:ext cx="4472940" cy="2308324"/>
          </a:xfrm>
          <a:prstGeom prst="rect">
            <a:avLst/>
          </a:prstGeom>
          <a:noFill/>
        </p:spPr>
        <p:txBody>
          <a:bodyPr wrap="square" rtlCol="0">
            <a:spAutoFit/>
          </a:bodyPr>
          <a:lstStyle/>
          <a:p>
            <a:pPr>
              <a:buNone/>
            </a:pPr>
            <a:endParaRPr lang="en-US" dirty="0"/>
          </a:p>
          <a:p>
            <a:r>
              <a:rPr lang="en-US" b="1" dirty="0">
                <a:latin typeface="Times New Roman" panose="02020603050405020304" pitchFamily="18" charset="0"/>
                <a:cs typeface="Times New Roman" panose="02020603050405020304" pitchFamily="18" charset="0"/>
              </a:rPr>
              <a:t>Use the STAR method:</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Situation:</a:t>
            </a:r>
            <a:r>
              <a:rPr lang="en-US" dirty="0">
                <a:latin typeface="Times New Roman" panose="02020603050405020304" pitchFamily="18" charset="0"/>
                <a:cs typeface="Times New Roman" panose="02020603050405020304" pitchFamily="18" charset="0"/>
              </a:rPr>
              <a:t> Describe a relevant challenge.</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Task:</a:t>
            </a:r>
            <a:r>
              <a:rPr lang="en-US" dirty="0">
                <a:latin typeface="Times New Roman" panose="02020603050405020304" pitchFamily="18" charset="0"/>
                <a:cs typeface="Times New Roman" panose="02020603050405020304" pitchFamily="18" charset="0"/>
              </a:rPr>
              <a:t> Explain your role.</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Action:</a:t>
            </a:r>
            <a:r>
              <a:rPr lang="en-US" dirty="0">
                <a:latin typeface="Times New Roman" panose="02020603050405020304" pitchFamily="18" charset="0"/>
                <a:cs typeface="Times New Roman" panose="02020603050405020304" pitchFamily="18" charset="0"/>
              </a:rPr>
              <a:t> Detail the steps taken.</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Result:</a:t>
            </a:r>
            <a:r>
              <a:rPr lang="en-US" dirty="0">
                <a:latin typeface="Times New Roman" panose="02020603050405020304" pitchFamily="18" charset="0"/>
                <a:cs typeface="Times New Roman" panose="02020603050405020304" pitchFamily="18" charset="0"/>
              </a:rPr>
              <a:t> Share the positive outcome.</a:t>
            </a:r>
          </a:p>
          <a:p>
            <a:endParaRPr lang="en-IN" dirty="0"/>
          </a:p>
        </p:txBody>
      </p:sp>
      <p:pic>
        <p:nvPicPr>
          <p:cNvPr id="6" name="Picture 5">
            <a:extLst>
              <a:ext uri="{FF2B5EF4-FFF2-40B4-BE49-F238E27FC236}">
                <a16:creationId xmlns:a16="http://schemas.microsoft.com/office/drawing/2014/main" id="{08251D47-D1BA-49E4-3042-CF5CFF54A187}"/>
              </a:ext>
            </a:extLst>
          </p:cNvPr>
          <p:cNvPicPr>
            <a:picLocks noChangeAspect="1"/>
          </p:cNvPicPr>
          <p:nvPr/>
        </p:nvPicPr>
        <p:blipFill>
          <a:blip r:embed="rId2">
            <a:extLst>
              <a:ext uri="{28A0092B-C50C-407E-A947-70E740481C1C}">
                <a14:useLocalDpi xmlns:a14="http://schemas.microsoft.com/office/drawing/2010/main" val="0"/>
              </a:ext>
            </a:extLst>
          </a:blip>
          <a:srcRect t="19851" b="10074"/>
          <a:stretch/>
        </p:blipFill>
        <p:spPr>
          <a:xfrm>
            <a:off x="4899661" y="600918"/>
            <a:ext cx="3429000" cy="36042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43F56-588E-6ACA-7C8F-0636143313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7BA59AF-DBBF-094A-1AC2-531A786C3288}"/>
              </a:ext>
            </a:extLst>
          </p:cNvPr>
          <p:cNvSpPr txBox="1"/>
          <p:nvPr/>
        </p:nvSpPr>
        <p:spPr>
          <a:xfrm>
            <a:off x="518161" y="2682240"/>
            <a:ext cx="4815840"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Handling tricky questions:</a:t>
            </a:r>
            <a:r>
              <a:rPr lang="en-US" dirty="0">
                <a:latin typeface="Times New Roman" panose="02020603050405020304" pitchFamily="18" charset="0"/>
                <a:cs typeface="Times New Roman" panose="02020603050405020304" pitchFamily="18" charset="0"/>
              </a:rPr>
              <a:t> Stay calm, redirect negatives into positives.</a:t>
            </a:r>
          </a:p>
          <a:p>
            <a:endParaRPr lang="en-IN" dirty="0"/>
          </a:p>
        </p:txBody>
      </p:sp>
      <p:sp>
        <p:nvSpPr>
          <p:cNvPr id="3" name="TextBox 2">
            <a:extLst>
              <a:ext uri="{FF2B5EF4-FFF2-40B4-BE49-F238E27FC236}">
                <a16:creationId xmlns:a16="http://schemas.microsoft.com/office/drawing/2014/main" id="{1C887D3E-178D-3C6F-A10F-962D614A1B38}"/>
              </a:ext>
            </a:extLst>
          </p:cNvPr>
          <p:cNvSpPr txBox="1"/>
          <p:nvPr/>
        </p:nvSpPr>
        <p:spPr>
          <a:xfrm>
            <a:off x="5128260" y="2682240"/>
            <a:ext cx="3840480"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Demonstrating confidence:</a:t>
            </a:r>
            <a:r>
              <a:rPr lang="en-US" dirty="0">
                <a:latin typeface="Times New Roman" panose="02020603050405020304" pitchFamily="18" charset="0"/>
                <a:cs typeface="Times New Roman" panose="02020603050405020304" pitchFamily="18" charset="0"/>
              </a:rPr>
              <a:t> Be genuine but avoid arrogance.</a:t>
            </a:r>
          </a:p>
          <a:p>
            <a:endParaRPr lang="en-IN" dirty="0"/>
          </a:p>
        </p:txBody>
      </p:sp>
      <p:pic>
        <p:nvPicPr>
          <p:cNvPr id="5" name="Picture 4">
            <a:extLst>
              <a:ext uri="{FF2B5EF4-FFF2-40B4-BE49-F238E27FC236}">
                <a16:creationId xmlns:a16="http://schemas.microsoft.com/office/drawing/2014/main" id="{4C981ECE-1E84-2372-FEA6-76552146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465" y="861060"/>
            <a:ext cx="2997200" cy="1767840"/>
          </a:xfrm>
          <a:prstGeom prst="rect">
            <a:avLst/>
          </a:prstGeom>
        </p:spPr>
      </p:pic>
      <p:pic>
        <p:nvPicPr>
          <p:cNvPr id="7" name="Picture 6">
            <a:extLst>
              <a:ext uri="{FF2B5EF4-FFF2-40B4-BE49-F238E27FC236}">
                <a16:creationId xmlns:a16="http://schemas.microsoft.com/office/drawing/2014/main" id="{6080A186-232E-D29F-D73E-6172CAC63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436" y="632037"/>
            <a:ext cx="3075305" cy="2050203"/>
          </a:xfrm>
          <a:prstGeom prst="rect">
            <a:avLst/>
          </a:prstGeom>
        </p:spPr>
      </p:pic>
    </p:spTree>
    <p:extLst>
      <p:ext uri="{BB962C8B-B14F-4D97-AF65-F5344CB8AC3E}">
        <p14:creationId xmlns:p14="http://schemas.microsoft.com/office/powerpoint/2010/main" val="3340452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30DA-891A-4C70-9E85-6D6626F1C00C}"/>
            </a:ext>
          </a:extLst>
        </p:cNvPr>
        <p:cNvGrpSpPr/>
        <p:nvPr/>
      </p:nvGrpSpPr>
      <p:grpSpPr>
        <a:xfrm>
          <a:off x="0" y="0"/>
          <a:ext cx="0" cy="0"/>
          <a:chOff x="0" y="0"/>
          <a:chExt cx="0" cy="0"/>
        </a:xfrm>
      </p:grpSpPr>
      <p:sp>
        <p:nvSpPr>
          <p:cNvPr id="162" name="PlaceHolder 1">
            <a:extLst>
              <a:ext uri="{FF2B5EF4-FFF2-40B4-BE49-F238E27FC236}">
                <a16:creationId xmlns:a16="http://schemas.microsoft.com/office/drawing/2014/main" id="{81EAEE48-67A8-DF80-78D3-72B687BCFB8A}"/>
              </a:ext>
            </a:extLst>
          </p:cNvPr>
          <p:cNvSpPr>
            <a:spLocks noGrp="1"/>
          </p:cNvSpPr>
          <p:nvPr>
            <p:ph type="title"/>
          </p:nvPr>
        </p:nvSpPr>
        <p:spPr>
          <a:xfrm>
            <a:off x="1571760" y="2171880"/>
            <a:ext cx="5990760" cy="126648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IN" dirty="0">
                <a:latin typeface="Times New Roman" panose="02020603050405020304" pitchFamily="18" charset="0"/>
                <a:cs typeface="Times New Roman" panose="02020603050405020304" pitchFamily="18" charset="0"/>
              </a:rPr>
              <a:t>Post-Interview Follow-Up</a:t>
            </a:r>
            <a:endParaRPr lang="fr-FR" sz="44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163" name="PlaceHolder 2">
            <a:extLst>
              <a:ext uri="{FF2B5EF4-FFF2-40B4-BE49-F238E27FC236}">
                <a16:creationId xmlns:a16="http://schemas.microsoft.com/office/drawing/2014/main" id="{F0344966-F7E7-C151-4DDF-73650971F318}"/>
              </a:ext>
            </a:extLst>
          </p:cNvPr>
          <p:cNvSpPr>
            <a:spLocks noGrp="1"/>
          </p:cNvSpPr>
          <p:nvPr>
            <p:ph type="title"/>
          </p:nvPr>
        </p:nvSpPr>
        <p:spPr>
          <a:xfrm>
            <a:off x="3733920" y="1219320"/>
            <a:ext cx="1685520" cy="837720"/>
          </a:xfrm>
          <a:prstGeom prst="rect">
            <a:avLst/>
          </a:prstGeom>
          <a:solidFill>
            <a:schemeClr val="accent3"/>
          </a:solidFill>
          <a:ln w="19080">
            <a:solidFill>
              <a:srgbClr val="000000"/>
            </a:solidFill>
            <a:miter/>
          </a:ln>
        </p:spPr>
        <p:txBody>
          <a:bodyPr lIns="91440" tIns="91440" rIns="91440" bIns="91440" anchor="ctr">
            <a:normAutofit fontScale="90000"/>
          </a:bodyPr>
          <a:lstStyle/>
          <a:p>
            <a:pPr indent="0" algn="ctr">
              <a:lnSpc>
                <a:spcPct val="100000"/>
              </a:lnSpc>
              <a:buNone/>
              <a:tabLst>
                <a:tab pos="0" algn="l"/>
              </a:tabLst>
            </a:pPr>
            <a:r>
              <a:rPr lang="en" sz="5000" b="0" strike="noStrike" spc="-1" dirty="0">
                <a:solidFill>
                  <a:schemeClr val="dk1"/>
                </a:solidFill>
                <a:latin typeface="Times New Roman" panose="02020603050405020304" pitchFamily="18" charset="0"/>
                <a:ea typeface="Dela Gothic One"/>
                <a:cs typeface="Times New Roman" panose="02020603050405020304" pitchFamily="18" charset="0"/>
              </a:rPr>
              <a:t>05</a:t>
            </a:r>
            <a:endParaRPr lang="fr-FR" sz="5000" b="0" strike="noStrike" spc="-1"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4335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9EFAC5-5246-B00D-C75F-27BEF8DA4A95}"/>
              </a:ext>
            </a:extLst>
          </p:cNvPr>
          <p:cNvSpPr txBox="1"/>
          <p:nvPr/>
        </p:nvSpPr>
        <p:spPr>
          <a:xfrm>
            <a:off x="489797" y="2443341"/>
            <a:ext cx="3998383" cy="923330"/>
          </a:xfrm>
          <a:prstGeom prst="rect">
            <a:avLst/>
          </a:prstGeom>
          <a:noFill/>
        </p:spPr>
        <p:txBody>
          <a:bodyPr wrap="square" rtlCol="0">
            <a:spAutoFit/>
          </a:bodyPr>
          <a:lstStyle/>
          <a:p>
            <a:r>
              <a:rPr lang="en-US" b="1" dirty="0"/>
              <a:t>Thank-you email: </a:t>
            </a:r>
            <a:r>
              <a:rPr lang="en-US" dirty="0"/>
              <a:t>Express gratitude and reinforce enthusiasm.</a:t>
            </a:r>
          </a:p>
          <a:p>
            <a:endParaRPr lang="en-IN" dirty="0"/>
          </a:p>
        </p:txBody>
      </p:sp>
      <p:sp>
        <p:nvSpPr>
          <p:cNvPr id="3" name="TextBox 2">
            <a:extLst>
              <a:ext uri="{FF2B5EF4-FFF2-40B4-BE49-F238E27FC236}">
                <a16:creationId xmlns:a16="http://schemas.microsoft.com/office/drawing/2014/main" id="{43001942-2A4D-6165-C310-81BA05FF15C7}"/>
              </a:ext>
            </a:extLst>
          </p:cNvPr>
          <p:cNvSpPr txBox="1"/>
          <p:nvPr/>
        </p:nvSpPr>
        <p:spPr>
          <a:xfrm>
            <a:off x="2522220" y="4030980"/>
            <a:ext cx="4416594" cy="646331"/>
          </a:xfrm>
          <a:prstGeom prst="rect">
            <a:avLst/>
          </a:prstGeom>
          <a:noFill/>
        </p:spPr>
        <p:txBody>
          <a:bodyPr wrap="none" rtlCol="0">
            <a:spAutoFit/>
          </a:bodyPr>
          <a:lstStyle/>
          <a:p>
            <a:r>
              <a:rPr lang="en-US" b="1" dirty="0"/>
              <a:t>Stay prepared for future opportunities.</a:t>
            </a:r>
          </a:p>
          <a:p>
            <a:endParaRPr lang="en-IN" dirty="0"/>
          </a:p>
        </p:txBody>
      </p:sp>
      <p:sp>
        <p:nvSpPr>
          <p:cNvPr id="4" name="TextBox 3">
            <a:extLst>
              <a:ext uri="{FF2B5EF4-FFF2-40B4-BE49-F238E27FC236}">
                <a16:creationId xmlns:a16="http://schemas.microsoft.com/office/drawing/2014/main" id="{C3AE6AB0-141D-F6F2-F940-24B98B77B97E}"/>
              </a:ext>
            </a:extLst>
          </p:cNvPr>
          <p:cNvSpPr txBox="1"/>
          <p:nvPr/>
        </p:nvSpPr>
        <p:spPr>
          <a:xfrm>
            <a:off x="5253186" y="2443341"/>
            <a:ext cx="4096554" cy="923330"/>
          </a:xfrm>
          <a:prstGeom prst="rect">
            <a:avLst/>
          </a:prstGeom>
          <a:noFill/>
        </p:spPr>
        <p:txBody>
          <a:bodyPr wrap="square" rtlCol="0">
            <a:spAutoFit/>
          </a:bodyPr>
          <a:lstStyle/>
          <a:p>
            <a:r>
              <a:rPr lang="en-US" b="1" dirty="0"/>
              <a:t>Reflect on your performance: </a:t>
            </a:r>
            <a:r>
              <a:rPr lang="en-US" dirty="0"/>
              <a:t>Identify areas for improvement</a:t>
            </a:r>
            <a:r>
              <a:rPr lang="en-US" b="1" dirty="0"/>
              <a:t>.</a:t>
            </a:r>
          </a:p>
          <a:p>
            <a:endParaRPr lang="en-IN" dirty="0"/>
          </a:p>
        </p:txBody>
      </p:sp>
      <p:pic>
        <p:nvPicPr>
          <p:cNvPr id="6" name="Picture 5">
            <a:extLst>
              <a:ext uri="{FF2B5EF4-FFF2-40B4-BE49-F238E27FC236}">
                <a16:creationId xmlns:a16="http://schemas.microsoft.com/office/drawing/2014/main" id="{72FBF5C9-54AE-D494-3906-5079562B90C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0698" y1="49535" x2="30698" y2="49535"/>
                        <a14:foregroundMark x1="55814" y1="63023" x2="55814" y2="63023"/>
                        <a14:foregroundMark x1="74884" y1="47907" x2="74884" y2="47907"/>
                      </a14:backgroundRemoval>
                    </a14:imgEffect>
                  </a14:imgLayer>
                </a14:imgProps>
              </a:ext>
              <a:ext uri="{28A0092B-C50C-407E-A947-70E740481C1C}">
                <a14:useLocalDpi xmlns:a14="http://schemas.microsoft.com/office/drawing/2010/main" val="0"/>
              </a:ext>
            </a:extLst>
          </a:blip>
          <a:srcRect l="14465" t="25163" r="14651" b="25907"/>
          <a:stretch/>
        </p:blipFill>
        <p:spPr>
          <a:xfrm>
            <a:off x="1340664" y="913090"/>
            <a:ext cx="2007088" cy="1385471"/>
          </a:xfrm>
          <a:prstGeom prst="rect">
            <a:avLst/>
          </a:prstGeom>
        </p:spPr>
      </p:pic>
      <p:pic>
        <p:nvPicPr>
          <p:cNvPr id="8" name="Picture 7">
            <a:extLst>
              <a:ext uri="{FF2B5EF4-FFF2-40B4-BE49-F238E27FC236}">
                <a16:creationId xmlns:a16="http://schemas.microsoft.com/office/drawing/2014/main" id="{5A2D158F-AE5E-DE9E-9800-DE01726AF0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44626" y="466189"/>
            <a:ext cx="2953554" cy="19690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81C5D-0D4E-2C6E-CF73-C528223A06DE}"/>
            </a:ext>
          </a:extLst>
        </p:cNvPr>
        <p:cNvGrpSpPr/>
        <p:nvPr/>
      </p:nvGrpSpPr>
      <p:grpSpPr>
        <a:xfrm>
          <a:off x="0" y="0"/>
          <a:ext cx="0" cy="0"/>
          <a:chOff x="0" y="0"/>
          <a:chExt cx="0" cy="0"/>
        </a:xfrm>
      </p:grpSpPr>
      <p:sp>
        <p:nvSpPr>
          <p:cNvPr id="162" name="PlaceHolder 1">
            <a:extLst>
              <a:ext uri="{FF2B5EF4-FFF2-40B4-BE49-F238E27FC236}">
                <a16:creationId xmlns:a16="http://schemas.microsoft.com/office/drawing/2014/main" id="{B292BE4C-9E88-420B-6DDC-FF1052BA91CB}"/>
              </a:ext>
            </a:extLst>
          </p:cNvPr>
          <p:cNvSpPr>
            <a:spLocks noGrp="1"/>
          </p:cNvSpPr>
          <p:nvPr>
            <p:ph type="title"/>
          </p:nvPr>
        </p:nvSpPr>
        <p:spPr>
          <a:xfrm>
            <a:off x="1571760" y="2171880"/>
            <a:ext cx="5990760" cy="126648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IN" dirty="0">
                <a:latin typeface="Times New Roman" panose="02020603050405020304" pitchFamily="18" charset="0"/>
                <a:cs typeface="Times New Roman" panose="02020603050405020304" pitchFamily="18" charset="0"/>
              </a:rPr>
              <a:t>Conclusion</a:t>
            </a:r>
            <a:endParaRPr lang="fr-FR" sz="44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163" name="PlaceHolder 2">
            <a:extLst>
              <a:ext uri="{FF2B5EF4-FFF2-40B4-BE49-F238E27FC236}">
                <a16:creationId xmlns:a16="http://schemas.microsoft.com/office/drawing/2014/main" id="{EC760EDA-E4DA-BACD-317F-DC0EB05D9A96}"/>
              </a:ext>
            </a:extLst>
          </p:cNvPr>
          <p:cNvSpPr>
            <a:spLocks noGrp="1"/>
          </p:cNvSpPr>
          <p:nvPr>
            <p:ph type="title"/>
          </p:nvPr>
        </p:nvSpPr>
        <p:spPr>
          <a:xfrm>
            <a:off x="3733920" y="1219320"/>
            <a:ext cx="1685520" cy="837720"/>
          </a:xfrm>
          <a:prstGeom prst="rect">
            <a:avLst/>
          </a:prstGeom>
          <a:solidFill>
            <a:schemeClr val="accent3"/>
          </a:solidFill>
          <a:ln w="19080">
            <a:solidFill>
              <a:srgbClr val="000000"/>
            </a:solidFill>
            <a:miter/>
          </a:ln>
        </p:spPr>
        <p:txBody>
          <a:bodyPr lIns="91440" tIns="91440" rIns="91440" bIns="91440" anchor="ctr">
            <a:normAutofit fontScale="90000"/>
          </a:bodyPr>
          <a:lstStyle/>
          <a:p>
            <a:pPr indent="0" algn="ctr">
              <a:lnSpc>
                <a:spcPct val="100000"/>
              </a:lnSpc>
              <a:buNone/>
              <a:tabLst>
                <a:tab pos="0" algn="l"/>
              </a:tabLst>
            </a:pPr>
            <a:r>
              <a:rPr lang="en" sz="5000" b="0" strike="noStrike" spc="-1" dirty="0">
                <a:solidFill>
                  <a:schemeClr val="dk1"/>
                </a:solidFill>
                <a:latin typeface="Times New Roman" panose="02020603050405020304" pitchFamily="18" charset="0"/>
                <a:ea typeface="Cascadia Mono SemiBold" panose="020B0609020000020004" pitchFamily="49" charset="0"/>
                <a:cs typeface="Times New Roman" panose="02020603050405020304" pitchFamily="18" charset="0"/>
              </a:rPr>
              <a:t>06</a:t>
            </a:r>
            <a:endParaRPr lang="fr-FR" sz="5000" b="0" strike="noStrike" spc="-1" dirty="0">
              <a:solidFill>
                <a:schemeClr val="dk1"/>
              </a:solidFill>
              <a:latin typeface="Times New Roman" panose="02020603050405020304" pitchFamily="18" charset="0"/>
              <a:ea typeface="Cascadia Mono SemiBold"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4145265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22B6A4-481A-2BE3-1A41-382C8610B9D9}"/>
              </a:ext>
            </a:extLst>
          </p:cNvPr>
          <p:cNvSpPr txBox="1"/>
          <p:nvPr/>
        </p:nvSpPr>
        <p:spPr>
          <a:xfrm>
            <a:off x="1449659" y="1781047"/>
            <a:ext cx="6006789"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Good interview techniques help you make a strong impression. By preparing well, practicing answers, and showing interest in the job, you can boost your confidence and success. Keep learning from each interview to improve and get closer to your career goals.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Neo Brutalist Style Business Basic Template by Slidesgo">
  <a:themeElements>
    <a:clrScheme name="Simple Light">
      <a:dk1>
        <a:srgbClr val="000000"/>
      </a:dk1>
      <a:lt1>
        <a:srgbClr val="FEFEF1"/>
      </a:lt1>
      <a:dk2>
        <a:srgbClr val="FFE67F"/>
      </a:dk2>
      <a:lt2>
        <a:srgbClr val="FF9729"/>
      </a:lt2>
      <a:accent1>
        <a:srgbClr val="FF5A34"/>
      </a:accent1>
      <a:accent2>
        <a:srgbClr val="C74C9F"/>
      </a:accent2>
      <a:accent3>
        <a:srgbClr val="FEA9E8"/>
      </a:accent3>
      <a:accent4>
        <a:srgbClr val="91A8EB"/>
      </a:accent4>
      <a:accent5>
        <a:srgbClr val="21A193"/>
      </a:accent5>
      <a:accent6>
        <a:srgbClr val="06AF56"/>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TotalTime>
  <Words>399</Words>
  <Application>Microsoft Office PowerPoint</Application>
  <PresentationFormat>On-screen Show (16:9)</PresentationFormat>
  <Paragraphs>49</Paragraphs>
  <Slides>18</Slides>
  <Notes>0</Notes>
  <HiddenSlides>0</HiddenSlides>
  <MMClips>0</MMClips>
  <ScaleCrop>false</ScaleCrop>
  <HeadingPairs>
    <vt:vector size="6" baseType="variant">
      <vt:variant>
        <vt:lpstr>Fonts Used</vt:lpstr>
      </vt:variant>
      <vt:variant>
        <vt:i4>6</vt:i4>
      </vt:variant>
      <vt:variant>
        <vt:lpstr>Theme</vt:lpstr>
      </vt:variant>
      <vt:variant>
        <vt:i4>21</vt:i4>
      </vt:variant>
      <vt:variant>
        <vt:lpstr>Slide Titles</vt:lpstr>
      </vt:variant>
      <vt:variant>
        <vt:i4>18</vt:i4>
      </vt:variant>
    </vt:vector>
  </HeadingPairs>
  <TitlesOfParts>
    <vt:vector size="45" baseType="lpstr">
      <vt:lpstr>Arial</vt:lpstr>
      <vt:lpstr>Dela Gothic One</vt:lpstr>
      <vt:lpstr>OpenSymbol</vt:lpstr>
      <vt:lpstr>Symbol</vt:lpstr>
      <vt:lpstr>Times New Roman</vt:lpstr>
      <vt:lpstr>Wingdings</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Neo Brutalist Style Business Basic Template by Slidesgo</vt:lpstr>
      <vt:lpstr>Slidesgo Final Pages</vt:lpstr>
      <vt:lpstr>Slidesgo Final Pages</vt:lpstr>
      <vt:lpstr>PowerPoint Presentation</vt:lpstr>
      <vt:lpstr>Mastering Interview Techniques</vt:lpstr>
      <vt:lpstr>Introduction</vt:lpstr>
      <vt:lpstr>Types of Interviews</vt:lpstr>
      <vt:lpstr>Traditional face-to-face interviews: One-on-one meetings with hiring managers.  </vt:lpstr>
      <vt:lpstr>PowerPoint Presentation</vt:lpstr>
      <vt:lpstr>Preparing for an Interview</vt:lpstr>
      <vt:lpstr>PowerPoint Presentation</vt:lpstr>
      <vt:lpstr>PowerPoint Presentation</vt:lpstr>
      <vt:lpstr>Effective Communication</vt:lpstr>
      <vt:lpstr>PowerPoint Presentation</vt:lpstr>
      <vt:lpstr>Answering Questions Strategically</vt:lpstr>
      <vt:lpstr>PowerPoint Presentation</vt:lpstr>
      <vt:lpstr>PowerPoint Presentation</vt:lpstr>
      <vt:lpstr>Post-Interview Follow-Up</vt:lpstr>
      <vt:lpstr>PowerPoint Presentation</vt:lpstr>
      <vt:lpstr>Conclusion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LOKI V</cp:lastModifiedBy>
  <cp:revision>1</cp:revision>
  <dcterms:modified xsi:type="dcterms:W3CDTF">2025-05-05T15:45:20Z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2025-05-05T13:01:49Z</dcterms:created>
  <dc:creator>Unknown Creator</dc:creator>
  <dc:description/>
  <dc:language>en-US</dc:language>
  <cp:lastModifiedBy>Unknown Creator</cp:lastModifiedBy>
  <dcterms:modified xsi:type="dcterms:W3CDTF">2025-05-05T13:01:49Z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