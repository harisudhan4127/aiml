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Body-language-and-voice-variety-in-teach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ody-language-and-voice-variety-in-teach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Body-language-and-voice-variety-in-teach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Body-language-and-voice-variety-in-teach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ody-language-and-voice-variety-in-teach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Body-language-and-voice-variety-in-teach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Body-language-and-voice-variety-in-teach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Body-language-and-voice-variety-in-teach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Body-language-and-voice-variety-in-teach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Body-language-and-voice-variety-in-teach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Body-language-and-voice-variety-in-teach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Body-language-and-voice-variety-in-teach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Body-language-and-voice-variety-in-teach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Body-language-and-voice-variety-in-teach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Body-language-and-voice-variety-in-teach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Body-language-and-voice-variety-in-teach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Body-language-and-voice-variety-in-teach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Body-language-and-voice-variety-in-teach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Body-language-and-voice-variety-in-teach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Body-language-and-voice-variety-in-teach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Body-language-and-voice-variety-in-teaching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Body-language-and-voice-variety-in-teaching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Body-language-and-voice-variety-in-teaching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Body-language-and-voice-variety-in-teaching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Body-language-and-voice-variety-in-teaching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Body-language-and-voice-variety-in-teaching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Body-language-and-voice-variety-in-teaching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Body-language-and-voice-variety-in-teaching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Body-language-and-voice-variety-in-teaching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Body-language-and-voice-variety-in-teaching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Body-language-and-voice-variety-in-teaching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Body-language-and-voice-variety-in-teaching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Body-language-and-voice-variety-in-teaching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Body-language-and-voice-variety-in-teaching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Body-language-and-voice-variety-in-teaching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Body-language-and-voice-variety-in-teaching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Body-language-and-voice-variety-in-teaching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Body-language-and-voice-variety-in-teaching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