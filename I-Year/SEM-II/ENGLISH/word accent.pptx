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Word-Accent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ord-Accent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ord-Accent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ord-Accent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ord-Accent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Word-Accent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ord-Accent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ord-Accent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Word-Accent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Word-Accent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ord-Accent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ord-Accent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Word-Accent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ord-Accent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Word-Accent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ord-Accent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Word-Accent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Word-Accent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