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Group-discussion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Group-discussio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Group-discussi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Group-discussio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Group-discussio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Group-discussio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Group-discussio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Group-discussio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Group-discussion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Group-discussio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Group-discussion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Group-discussion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