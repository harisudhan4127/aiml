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Strategies-for-Successful-Oral-Presentation-2-pptx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Strategies-for-Successful-Oral-Presentation-2-pptx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Strategies-for-Successful-Oral-Presentation-2-pptx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Strategies-for-Successful-Oral-Presentation-2-pptx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Strategies-for-Successful-Oral-Presentation-2-pptx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Strategies-for-Successful-Oral-Presentation-2-pptx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Strategies-for-Successful-Oral-Presentation-2-pptx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4368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trategies-for-Successful-Oral-Presentation-2-pptx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Strategies-for-Successful-Oral-Presentation-2-pptx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Strategies-for-Successful-Oral-Presentation-2-pptx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Strategies-for-Successful-Oral-Presentation-2-pptx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Strategies-for-Successful-Oral-Presentation-2-pptx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Strategies-for-Successful-Oral-Presentation-2-pptx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Strategies-for-Successful-Oral-Presentation-2-pptx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Strategies-for-Successful-Oral-Presentation-2-pptx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Strategies-for-Successful-Oral-Presentation-2-pptx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Strategies-for-Successful-Oral-Presentation-2-pptx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Strategies-for-Successful-Oral-Presentation-2-pptx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Strategies-for-Successful-Oral-Presentation-2-pptx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Strategies-for-Successful-Oral-Presentation-2-pptx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Strategies-for-Successful-Oral-Presentation-2-pptx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Strategies-for-Successful-Oral-Presentation-2-pptx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Strategies-for-Successful-Oral-Presentation-2-pptx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939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Strategies-for-Successful-Oral-Presentation-2-pptx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Strategies-for-Successful-Oral-Presentation-2-pptx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Strategies-for-Successful-Oral-Presentation-2-pptx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Strategies-for-Successful-Oral-Presentation-2-pptx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438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Strategies-for-Successful-Oral-Presentation-2-pptx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Strategies-for-Successful-Oral-Presentation-2-pptx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Strategies-for-Successful-Oral-Presentation-2-pptx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Strategies-for-Successful-Oral-Presentation-2-pptx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Strategies-for-Successful-Oral-Presentation-2-pptx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Strategies-for-Successful-Oral-Presentation-2-pptx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4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Strategies-for-Successful-Oral-Presentation-2-pptx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Strategies-for-Successful-Oral-Presentation-2-pptx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Strategies-for-Successful-Oral-Presentation-2-pptx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Strategies-for-Successful-Oral-Presentation-2-pptx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Strategies-for-Successful-Oral-Presentation-2-pptx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931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Strategies-for-Successful-Oral-Presentation-2-pptx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Strategies-for-Successful-Oral-Presentation-2-pptx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Strategies-for-Successful-Oral-Presentation-2-pptx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Strategies-for-Successful-Oral-Presentation-2-pptx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Strategies-for-Successful-Oral-Presentation-2-pptx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Strategies-for-Successful-Oral-Presentation-2-pptx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Strategies-for-Successful-Oral-Presentation-2-pptx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Strategies-for-Successful-Oral-Presentation-2-pptx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On-screen Show (4:3)</PresentationFormat>
  <Paragraphs>0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DSEPY04519</cp:lastModifiedBy>
  <cp:revision>3</cp:revision>
  <dcterms:created xsi:type="dcterms:W3CDTF">2013-01-27T09:14:16Z</dcterms:created>
  <dcterms:modified xsi:type="dcterms:W3CDTF">2025-05-14T06:45:20Z</dcterms:modified>
  <cp:category/>
</cp:coreProperties>
</file>